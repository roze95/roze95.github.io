
<file path=[Content_Types].xml><?xml version="1.0" encoding="utf-8"?>
<Types xmlns="http://schemas.openxmlformats.org/package/2006/content-types"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5.xml" ContentType="application/vnd.openxmlformats-officedocument.presentationml.notesSlide+xml"/>
  <Override PartName="/ppt/charts/chart5.xml" ContentType="application/vnd.openxmlformats-officedocument.drawingml.chart+xml"/>
  <Override PartName="/ppt/notesSlides/notesSlide26.xml" ContentType="application/vnd.openxmlformats-officedocument.presentationml.notesSlide+xml"/>
  <Override PartName="/ppt/charts/chart6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7.xml" ContentType="application/vnd.openxmlformats-officedocument.drawingml.chart+xml"/>
  <Override PartName="/ppt/notesSlides/notesSlide35.xml" ContentType="application/vnd.openxmlformats-officedocument.presentationml.notesSlide+xml"/>
  <Override PartName="/ppt/charts/chart8.xml" ContentType="application/vnd.openxmlformats-officedocument.drawingml.chart+xml"/>
  <Override PartName="/ppt/notesSlides/notesSlide36.xml" ContentType="application/vnd.openxmlformats-officedocument.presentationml.notesSlide+xml"/>
  <Override PartName="/ppt/charts/chart9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7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T₁(t)</c:v>
                </c:pt>
              </c:strCache>
            </c:strRef>
          </c:tx>
          <c:spPr>
            <a:ln w="28575" cap="flat">
              <a:solidFill>
                <a:srgbClr val="152D4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</c:numCache>
            </c:numRef>
          </c:xVal>
          <c:yVal>
            <c:numRef>
              <c:f>Sheet1!$B$2:$B$122</c:f>
              <c:numCache>
                <c:formatCode>General</c:formatCode>
                <c:ptCount val="121"/>
                <c:pt idx="0">
                  <c:v>1</c:v>
                </c:pt>
                <c:pt idx="1">
                  <c:v>0.95152999999999999</c:v>
                </c:pt>
                <c:pt idx="2">
                  <c:v>0.90597000000000005</c:v>
                </c:pt>
                <c:pt idx="3">
                  <c:v>0.86312999999999995</c:v>
                </c:pt>
                <c:pt idx="4">
                  <c:v>0.82282999999999995</c:v>
                </c:pt>
                <c:pt idx="5">
                  <c:v>0.78488999999999998</c:v>
                </c:pt>
                <c:pt idx="6">
                  <c:v>0.74917</c:v>
                </c:pt>
                <c:pt idx="7">
                  <c:v>0.71550999999999998</c:v>
                </c:pt>
                <c:pt idx="8">
                  <c:v>0.68376999999999999</c:v>
                </c:pt>
                <c:pt idx="9">
                  <c:v>0.65383999999999998</c:v>
                </c:pt>
                <c:pt idx="10">
                  <c:v>0.62558000000000002</c:v>
                </c:pt>
                <c:pt idx="11">
                  <c:v>0.59889999999999999</c:v>
                </c:pt>
                <c:pt idx="12">
                  <c:v>0.57369000000000003</c:v>
                </c:pt>
                <c:pt idx="13">
                  <c:v>0.54986000000000002</c:v>
                </c:pt>
                <c:pt idx="14">
                  <c:v>0.52730999999999995</c:v>
                </c:pt>
                <c:pt idx="15">
                  <c:v>0.50597000000000003</c:v>
                </c:pt>
                <c:pt idx="16">
                  <c:v>0.48576000000000003</c:v>
                </c:pt>
                <c:pt idx="17">
                  <c:v>0.46660000000000001</c:v>
                </c:pt>
                <c:pt idx="18">
                  <c:v>0.44843</c:v>
                </c:pt>
                <c:pt idx="19">
                  <c:v>0.43120000000000003</c:v>
                </c:pt>
                <c:pt idx="20">
                  <c:v>0.41482999999999998</c:v>
                </c:pt>
                <c:pt idx="21">
                  <c:v>0.39928000000000002</c:v>
                </c:pt>
                <c:pt idx="22">
                  <c:v>0.38450000000000001</c:v>
                </c:pt>
                <c:pt idx="23">
                  <c:v>0.37043999999999999</c:v>
                </c:pt>
                <c:pt idx="24">
                  <c:v>0.35705999999999999</c:v>
                </c:pt>
                <c:pt idx="25">
                  <c:v>0.34431</c:v>
                </c:pt>
                <c:pt idx="26">
                  <c:v>0.33216000000000001</c:v>
                </c:pt>
                <c:pt idx="27">
                  <c:v>0.32057999999999998</c:v>
                </c:pt>
                <c:pt idx="28">
                  <c:v>0.30952000000000002</c:v>
                </c:pt>
                <c:pt idx="29">
                  <c:v>0.29897000000000001</c:v>
                </c:pt>
                <c:pt idx="30">
                  <c:v>0.28888000000000003</c:v>
                </c:pt>
                <c:pt idx="31">
                  <c:v>0.27923999999999999</c:v>
                </c:pt>
                <c:pt idx="32">
                  <c:v>0.27001999999999998</c:v>
                </c:pt>
                <c:pt idx="33">
                  <c:v>0.26119999999999999</c:v>
                </c:pt>
                <c:pt idx="34">
                  <c:v>0.25274999999999997</c:v>
                </c:pt>
                <c:pt idx="35">
                  <c:v>0.24465000000000001</c:v>
                </c:pt>
                <c:pt idx="36">
                  <c:v>0.23688999999999999</c:v>
                </c:pt>
                <c:pt idx="37">
                  <c:v>0.22944000000000001</c:v>
                </c:pt>
                <c:pt idx="38">
                  <c:v>0.22228999999999999</c:v>
                </c:pt>
                <c:pt idx="39">
                  <c:v>0.21543000000000001</c:v>
                </c:pt>
                <c:pt idx="40">
                  <c:v>0.20882999999999999</c:v>
                </c:pt>
                <c:pt idx="41">
                  <c:v>0.20249</c:v>
                </c:pt>
                <c:pt idx="42">
                  <c:v>0.19639000000000001</c:v>
                </c:pt>
                <c:pt idx="43">
                  <c:v>0.19053</c:v>
                </c:pt>
                <c:pt idx="44">
                  <c:v>0.18487999999999999</c:v>
                </c:pt>
                <c:pt idx="45">
                  <c:v>0.17943999999999999</c:v>
                </c:pt>
                <c:pt idx="46">
                  <c:v>0.17419000000000001</c:v>
                </c:pt>
                <c:pt idx="47">
                  <c:v>0.16914000000000001</c:v>
                </c:pt>
                <c:pt idx="48">
                  <c:v>0.16425999999999999</c:v>
                </c:pt>
                <c:pt idx="49">
                  <c:v>0.15955</c:v>
                </c:pt>
                <c:pt idx="50">
                  <c:v>0.15501000000000001</c:v>
                </c:pt>
                <c:pt idx="51">
                  <c:v>0.15062</c:v>
                </c:pt>
                <c:pt idx="52">
                  <c:v>0.14638999999999999</c:v>
                </c:pt>
                <c:pt idx="53">
                  <c:v>0.14229</c:v>
                </c:pt>
                <c:pt idx="54">
                  <c:v>0.13833000000000001</c:v>
                </c:pt>
                <c:pt idx="55">
                  <c:v>0.13450000000000001</c:v>
                </c:pt>
                <c:pt idx="56">
                  <c:v>0.1308</c:v>
                </c:pt>
                <c:pt idx="57">
                  <c:v>0.12720999999999999</c:v>
                </c:pt>
                <c:pt idx="58">
                  <c:v>0.12374</c:v>
                </c:pt>
                <c:pt idx="59">
                  <c:v>0.12038</c:v>
                </c:pt>
                <c:pt idx="60">
                  <c:v>0.11712</c:v>
                </c:pt>
                <c:pt idx="61">
                  <c:v>0.11396000000000001</c:v>
                </c:pt>
                <c:pt idx="62">
                  <c:v>0.1109</c:v>
                </c:pt>
                <c:pt idx="63">
                  <c:v>0.10793999999999999</c:v>
                </c:pt>
                <c:pt idx="64">
                  <c:v>0.10506</c:v>
                </c:pt>
                <c:pt idx="65">
                  <c:v>0.10227</c:v>
                </c:pt>
                <c:pt idx="66">
                  <c:v>9.9570000000000006E-2</c:v>
                </c:pt>
                <c:pt idx="67">
                  <c:v>9.6939999999999998E-2</c:v>
                </c:pt>
                <c:pt idx="68">
                  <c:v>9.4390000000000002E-2</c:v>
                </c:pt>
                <c:pt idx="69">
                  <c:v>9.1910000000000006E-2</c:v>
                </c:pt>
                <c:pt idx="70">
                  <c:v>8.9510000000000006E-2</c:v>
                </c:pt>
                <c:pt idx="71">
                  <c:v>8.7179999999999994E-2</c:v>
                </c:pt>
                <c:pt idx="72">
                  <c:v>8.4909999999999999E-2</c:v>
                </c:pt>
                <c:pt idx="73">
                  <c:v>8.2699999999999996E-2</c:v>
                </c:pt>
                <c:pt idx="74">
                  <c:v>8.0560000000000007E-2</c:v>
                </c:pt>
                <c:pt idx="75">
                  <c:v>7.8479999999999994E-2</c:v>
                </c:pt>
                <c:pt idx="76">
                  <c:v>7.646E-2</c:v>
                </c:pt>
                <c:pt idx="77">
                  <c:v>7.4490000000000001E-2</c:v>
                </c:pt>
                <c:pt idx="78">
                  <c:v>7.2580000000000006E-2</c:v>
                </c:pt>
                <c:pt idx="79">
                  <c:v>7.0720000000000005E-2</c:v>
                </c:pt>
                <c:pt idx="80">
                  <c:v>6.8909999999999999E-2</c:v>
                </c:pt>
                <c:pt idx="81">
                  <c:v>6.7150000000000001E-2</c:v>
                </c:pt>
                <c:pt idx="82">
                  <c:v>6.5430000000000002E-2</c:v>
                </c:pt>
                <c:pt idx="83">
                  <c:v>6.3769999999999993E-2</c:v>
                </c:pt>
                <c:pt idx="84">
                  <c:v>6.2149999999999997E-2</c:v>
                </c:pt>
                <c:pt idx="85">
                  <c:v>6.0569999999999999E-2</c:v>
                </c:pt>
                <c:pt idx="86">
                  <c:v>5.9029999999999999E-2</c:v>
                </c:pt>
                <c:pt idx="87">
                  <c:v>5.7540000000000001E-2</c:v>
                </c:pt>
                <c:pt idx="88">
                  <c:v>5.6079999999999998E-2</c:v>
                </c:pt>
                <c:pt idx="89">
                  <c:v>5.466E-2</c:v>
                </c:pt>
                <c:pt idx="90">
                  <c:v>5.3289999999999997E-2</c:v>
                </c:pt>
                <c:pt idx="91">
                  <c:v>5.194E-2</c:v>
                </c:pt>
                <c:pt idx="92">
                  <c:v>5.0630000000000001E-2</c:v>
                </c:pt>
                <c:pt idx="93">
                  <c:v>4.9360000000000001E-2</c:v>
                </c:pt>
                <c:pt idx="94">
                  <c:v>4.8120000000000003E-2</c:v>
                </c:pt>
                <c:pt idx="95">
                  <c:v>4.691E-2</c:v>
                </c:pt>
                <c:pt idx="96">
                  <c:v>4.573E-2</c:v>
                </c:pt>
                <c:pt idx="97">
                  <c:v>4.4589999999999998E-2</c:v>
                </c:pt>
                <c:pt idx="98">
                  <c:v>4.3470000000000002E-2</c:v>
                </c:pt>
                <c:pt idx="99">
                  <c:v>4.2380000000000001E-2</c:v>
                </c:pt>
                <c:pt idx="100">
                  <c:v>4.1320000000000003E-2</c:v>
                </c:pt>
                <c:pt idx="101">
                  <c:v>4.0289999999999999E-2</c:v>
                </c:pt>
                <c:pt idx="102">
                  <c:v>3.9280000000000002E-2</c:v>
                </c:pt>
                <c:pt idx="103">
                  <c:v>3.8300000000000001E-2</c:v>
                </c:pt>
                <c:pt idx="104">
                  <c:v>3.7339999999999998E-2</c:v>
                </c:pt>
                <c:pt idx="105">
                  <c:v>3.6409999999999998E-2</c:v>
                </c:pt>
                <c:pt idx="106">
                  <c:v>3.5499999999999997E-2</c:v>
                </c:pt>
                <c:pt idx="107">
                  <c:v>3.4619999999999998E-2</c:v>
                </c:pt>
                <c:pt idx="108">
                  <c:v>3.3750000000000002E-2</c:v>
                </c:pt>
                <c:pt idx="109">
                  <c:v>3.2910000000000002E-2</c:v>
                </c:pt>
                <c:pt idx="110">
                  <c:v>3.209E-2</c:v>
                </c:pt>
                <c:pt idx="111">
                  <c:v>3.1300000000000001E-2</c:v>
                </c:pt>
                <c:pt idx="112">
                  <c:v>3.0519999999999999E-2</c:v>
                </c:pt>
                <c:pt idx="113">
                  <c:v>2.9760000000000002E-2</c:v>
                </c:pt>
                <c:pt idx="114">
                  <c:v>2.9020000000000001E-2</c:v>
                </c:pt>
                <c:pt idx="115">
                  <c:v>2.8299999999999999E-2</c:v>
                </c:pt>
                <c:pt idx="116">
                  <c:v>2.759E-2</c:v>
                </c:pt>
                <c:pt idx="117">
                  <c:v>2.691E-2</c:v>
                </c:pt>
                <c:pt idx="118">
                  <c:v>2.6239999999999999E-2</c:v>
                </c:pt>
                <c:pt idx="119">
                  <c:v>2.5590000000000002E-2</c:v>
                </c:pt>
                <c:pt idx="120">
                  <c:v>2.496E-2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8BF-E84F-83CA-D7B2844B12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T₂(t)</c:v>
                </c:pt>
              </c:strCache>
            </c:strRef>
          </c:tx>
          <c:spPr>
            <a:ln w="28575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</c:numCache>
            </c:numRef>
          </c:xVal>
          <c:yVal>
            <c:numRef>
              <c:f>Sheet1!$C$2:$C$122</c:f>
              <c:numCache>
                <c:formatCode>General</c:formatCode>
                <c:ptCount val="121"/>
                <c:pt idx="0">
                  <c:v>0</c:v>
                </c:pt>
                <c:pt idx="1">
                  <c:v>2.3779999999999999E-2</c:v>
                </c:pt>
                <c:pt idx="2">
                  <c:v>4.5260000000000002E-2</c:v>
                </c:pt>
                <c:pt idx="3">
                  <c:v>6.4610000000000001E-2</c:v>
                </c:pt>
                <c:pt idx="4">
                  <c:v>8.201E-2</c:v>
                </c:pt>
                <c:pt idx="5">
                  <c:v>9.7600000000000006E-2</c:v>
                </c:pt>
                <c:pt idx="6">
                  <c:v>0.11154</c:v>
                </c:pt>
                <c:pt idx="7">
                  <c:v>0.12395</c:v>
                </c:pt>
                <c:pt idx="8">
                  <c:v>0.13496</c:v>
                </c:pt>
                <c:pt idx="9">
                  <c:v>0.14468</c:v>
                </c:pt>
                <c:pt idx="10">
                  <c:v>0.15322</c:v>
                </c:pt>
                <c:pt idx="11">
                  <c:v>0.16067000000000001</c:v>
                </c:pt>
                <c:pt idx="12">
                  <c:v>0.16711999999999999</c:v>
                </c:pt>
                <c:pt idx="13">
                  <c:v>0.17266999999999999</c:v>
                </c:pt>
                <c:pt idx="14">
                  <c:v>0.17738000000000001</c:v>
                </c:pt>
                <c:pt idx="15">
                  <c:v>0.18132000000000001</c:v>
                </c:pt>
                <c:pt idx="16">
                  <c:v>0.18456</c:v>
                </c:pt>
                <c:pt idx="17">
                  <c:v>0.18717</c:v>
                </c:pt>
                <c:pt idx="18">
                  <c:v>0.18919</c:v>
                </c:pt>
                <c:pt idx="19">
                  <c:v>0.19069</c:v>
                </c:pt>
                <c:pt idx="20">
                  <c:v>0.19170000000000001</c:v>
                </c:pt>
                <c:pt idx="21">
                  <c:v>0.19227</c:v>
                </c:pt>
                <c:pt idx="22">
                  <c:v>0.19245000000000001</c:v>
                </c:pt>
                <c:pt idx="23">
                  <c:v>0.19227</c:v>
                </c:pt>
                <c:pt idx="24">
                  <c:v>0.19176000000000001</c:v>
                </c:pt>
                <c:pt idx="25">
                  <c:v>0.19095000000000001</c:v>
                </c:pt>
                <c:pt idx="26">
                  <c:v>0.18989</c:v>
                </c:pt>
                <c:pt idx="27">
                  <c:v>0.18858</c:v>
                </c:pt>
                <c:pt idx="28">
                  <c:v>0.18706</c:v>
                </c:pt>
                <c:pt idx="29">
                  <c:v>0.18536</c:v>
                </c:pt>
                <c:pt idx="30">
                  <c:v>0.18348</c:v>
                </c:pt>
                <c:pt idx="31">
                  <c:v>0.18146000000000001</c:v>
                </c:pt>
                <c:pt idx="32">
                  <c:v>0.17931</c:v>
                </c:pt>
                <c:pt idx="33">
                  <c:v>0.17704</c:v>
                </c:pt>
                <c:pt idx="34">
                  <c:v>0.17466999999999999</c:v>
                </c:pt>
                <c:pt idx="35">
                  <c:v>0.17221</c:v>
                </c:pt>
                <c:pt idx="36">
                  <c:v>0.16968</c:v>
                </c:pt>
                <c:pt idx="37">
                  <c:v>0.16708999999999999</c:v>
                </c:pt>
                <c:pt idx="38">
                  <c:v>0.16445000000000001</c:v>
                </c:pt>
                <c:pt idx="39">
                  <c:v>0.16175999999999999</c:v>
                </c:pt>
                <c:pt idx="40">
                  <c:v>0.15905</c:v>
                </c:pt>
                <c:pt idx="41">
                  <c:v>0.15629999999999999</c:v>
                </c:pt>
                <c:pt idx="42">
                  <c:v>0.15354000000000001</c:v>
                </c:pt>
                <c:pt idx="43">
                  <c:v>0.15076999999999999</c:v>
                </c:pt>
                <c:pt idx="44">
                  <c:v>0.14799000000000001</c:v>
                </c:pt>
                <c:pt idx="45">
                  <c:v>0.14521999999999999</c:v>
                </c:pt>
                <c:pt idx="46">
                  <c:v>0.14244999999999999</c:v>
                </c:pt>
                <c:pt idx="47">
                  <c:v>0.13968</c:v>
                </c:pt>
                <c:pt idx="48">
                  <c:v>0.13694000000000001</c:v>
                </c:pt>
                <c:pt idx="49">
                  <c:v>0.13420000000000001</c:v>
                </c:pt>
                <c:pt idx="50">
                  <c:v>0.13149</c:v>
                </c:pt>
                <c:pt idx="51">
                  <c:v>0.12881000000000001</c:v>
                </c:pt>
                <c:pt idx="52">
                  <c:v>0.12614</c:v>
                </c:pt>
                <c:pt idx="53">
                  <c:v>0.12350999999999999</c:v>
                </c:pt>
                <c:pt idx="54">
                  <c:v>0.12091</c:v>
                </c:pt>
                <c:pt idx="55">
                  <c:v>0.11834</c:v>
                </c:pt>
                <c:pt idx="56">
                  <c:v>0.1158</c:v>
                </c:pt>
                <c:pt idx="57">
                  <c:v>0.1133</c:v>
                </c:pt>
                <c:pt idx="58">
                  <c:v>0.11083</c:v>
                </c:pt>
                <c:pt idx="59">
                  <c:v>0.1084</c:v>
                </c:pt>
                <c:pt idx="60">
                  <c:v>0.10600999999999999</c:v>
                </c:pt>
                <c:pt idx="61">
                  <c:v>0.10366</c:v>
                </c:pt>
                <c:pt idx="62">
                  <c:v>0.10134</c:v>
                </c:pt>
                <c:pt idx="63">
                  <c:v>9.9070000000000005E-2</c:v>
                </c:pt>
                <c:pt idx="64">
                  <c:v>9.6829999999999999E-2</c:v>
                </c:pt>
                <c:pt idx="65">
                  <c:v>9.4640000000000002E-2</c:v>
                </c:pt>
                <c:pt idx="66">
                  <c:v>9.2480000000000007E-2</c:v>
                </c:pt>
                <c:pt idx="67">
                  <c:v>9.0370000000000006E-2</c:v>
                </c:pt>
                <c:pt idx="68">
                  <c:v>8.8289999999999993E-2</c:v>
                </c:pt>
                <c:pt idx="69">
                  <c:v>8.6260000000000003E-2</c:v>
                </c:pt>
                <c:pt idx="70">
                  <c:v>8.4260000000000002E-2</c:v>
                </c:pt>
                <c:pt idx="71">
                  <c:v>8.2309999999999994E-2</c:v>
                </c:pt>
                <c:pt idx="72">
                  <c:v>8.0390000000000003E-2</c:v>
                </c:pt>
                <c:pt idx="73">
                  <c:v>7.8509999999999996E-2</c:v>
                </c:pt>
                <c:pt idx="74">
                  <c:v>7.6670000000000002E-2</c:v>
                </c:pt>
                <c:pt idx="75">
                  <c:v>7.4870000000000006E-2</c:v>
                </c:pt>
                <c:pt idx="76">
                  <c:v>7.3109999999999994E-2</c:v>
                </c:pt>
                <c:pt idx="77">
                  <c:v>7.1389999999999995E-2</c:v>
                </c:pt>
                <c:pt idx="78">
                  <c:v>6.9699999999999998E-2</c:v>
                </c:pt>
                <c:pt idx="79">
                  <c:v>6.8040000000000003E-2</c:v>
                </c:pt>
                <c:pt idx="80">
                  <c:v>6.6430000000000003E-2</c:v>
                </c:pt>
                <c:pt idx="81">
                  <c:v>6.4850000000000005E-2</c:v>
                </c:pt>
                <c:pt idx="82">
                  <c:v>6.3299999999999995E-2</c:v>
                </c:pt>
                <c:pt idx="83">
                  <c:v>6.1789999999999998E-2</c:v>
                </c:pt>
                <c:pt idx="84">
                  <c:v>6.0310000000000002E-2</c:v>
                </c:pt>
                <c:pt idx="85">
                  <c:v>5.8860000000000003E-2</c:v>
                </c:pt>
                <c:pt idx="86">
                  <c:v>5.7450000000000001E-2</c:v>
                </c:pt>
                <c:pt idx="87">
                  <c:v>5.6070000000000002E-2</c:v>
                </c:pt>
                <c:pt idx="88">
                  <c:v>5.4719999999999998E-2</c:v>
                </c:pt>
                <c:pt idx="89">
                  <c:v>5.3400000000000003E-2</c:v>
                </c:pt>
                <c:pt idx="90">
                  <c:v>5.2109999999999997E-2</c:v>
                </c:pt>
                <c:pt idx="91">
                  <c:v>5.0860000000000002E-2</c:v>
                </c:pt>
                <c:pt idx="92">
                  <c:v>4.9630000000000001E-2</c:v>
                </c:pt>
                <c:pt idx="93">
                  <c:v>4.8419999999999998E-2</c:v>
                </c:pt>
                <c:pt idx="94">
                  <c:v>4.725E-2</c:v>
                </c:pt>
                <c:pt idx="95">
                  <c:v>4.6100000000000002E-2</c:v>
                </c:pt>
                <c:pt idx="96">
                  <c:v>4.4990000000000002E-2</c:v>
                </c:pt>
                <c:pt idx="97">
                  <c:v>4.3889999999999998E-2</c:v>
                </c:pt>
                <c:pt idx="98">
                  <c:v>4.283E-2</c:v>
                </c:pt>
                <c:pt idx="99">
                  <c:v>4.1779999999999998E-2</c:v>
                </c:pt>
                <c:pt idx="100">
                  <c:v>4.0770000000000001E-2</c:v>
                </c:pt>
                <c:pt idx="101">
                  <c:v>3.977E-2</c:v>
                </c:pt>
                <c:pt idx="102">
                  <c:v>3.8800000000000001E-2</c:v>
                </c:pt>
                <c:pt idx="103">
                  <c:v>3.7859999999999998E-2</c:v>
                </c:pt>
                <c:pt idx="104">
                  <c:v>3.6929999999999998E-2</c:v>
                </c:pt>
                <c:pt idx="105">
                  <c:v>3.603E-2</c:v>
                </c:pt>
                <c:pt idx="106">
                  <c:v>3.5150000000000001E-2</c:v>
                </c:pt>
                <c:pt idx="107">
                  <c:v>3.4290000000000001E-2</c:v>
                </c:pt>
                <c:pt idx="108">
                  <c:v>3.3450000000000001E-2</c:v>
                </c:pt>
                <c:pt idx="109">
                  <c:v>3.2629999999999999E-2</c:v>
                </c:pt>
                <c:pt idx="110">
                  <c:v>3.1829999999999997E-2</c:v>
                </c:pt>
                <c:pt idx="111">
                  <c:v>3.1050000000000001E-2</c:v>
                </c:pt>
                <c:pt idx="112">
                  <c:v>3.0290000000000001E-2</c:v>
                </c:pt>
                <c:pt idx="113">
                  <c:v>2.955E-2</c:v>
                </c:pt>
                <c:pt idx="114">
                  <c:v>2.8830000000000001E-2</c:v>
                </c:pt>
                <c:pt idx="115">
                  <c:v>2.8119999999999999E-2</c:v>
                </c:pt>
                <c:pt idx="116">
                  <c:v>2.743E-2</c:v>
                </c:pt>
                <c:pt idx="117">
                  <c:v>2.6759999999999999E-2</c:v>
                </c:pt>
                <c:pt idx="118">
                  <c:v>2.6100000000000002E-2</c:v>
                </c:pt>
                <c:pt idx="119">
                  <c:v>2.546E-2</c:v>
                </c:pt>
                <c:pt idx="120">
                  <c:v>2.4830000000000001E-2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8BF-E84F-83CA-D7B2844B12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½e⁻ᵗ (average mode)</c:v>
                </c:pt>
              </c:strCache>
            </c:strRef>
          </c:tx>
          <c:spPr>
            <a:ln w="28575" cap="flat">
              <a:solidFill>
                <a:srgbClr val="7F8FA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</c:numCache>
            </c:numRef>
          </c:xVal>
          <c:yVal>
            <c:numRef>
              <c:f>Sheet1!$D$2:$D$122</c:f>
              <c:numCache>
                <c:formatCode>General</c:formatCode>
                <c:ptCount val="121"/>
                <c:pt idx="0">
                  <c:v>0.5</c:v>
                </c:pt>
                <c:pt idx="1">
                  <c:v>0.48764999999999997</c:v>
                </c:pt>
                <c:pt idx="2">
                  <c:v>0.47560999999999998</c:v>
                </c:pt>
                <c:pt idx="3">
                  <c:v>0.46387</c:v>
                </c:pt>
                <c:pt idx="4">
                  <c:v>0.45241999999999999</c:v>
                </c:pt>
                <c:pt idx="5">
                  <c:v>0.44124999999999998</c:v>
                </c:pt>
                <c:pt idx="6">
                  <c:v>0.43035000000000001</c:v>
                </c:pt>
                <c:pt idx="7">
                  <c:v>0.41972999999999999</c:v>
                </c:pt>
                <c:pt idx="8">
                  <c:v>0.40937000000000001</c:v>
                </c:pt>
                <c:pt idx="9">
                  <c:v>0.39926</c:v>
                </c:pt>
                <c:pt idx="10">
                  <c:v>0.38940000000000002</c:v>
                </c:pt>
                <c:pt idx="11">
                  <c:v>0.37979000000000002</c:v>
                </c:pt>
                <c:pt idx="12">
                  <c:v>0.37041000000000002</c:v>
                </c:pt>
                <c:pt idx="13">
                  <c:v>0.36126000000000003</c:v>
                </c:pt>
                <c:pt idx="14">
                  <c:v>0.35233999999999999</c:v>
                </c:pt>
                <c:pt idx="15">
                  <c:v>0.34364</c:v>
                </c:pt>
                <c:pt idx="16">
                  <c:v>0.33516000000000001</c:v>
                </c:pt>
                <c:pt idx="17">
                  <c:v>0.32688</c:v>
                </c:pt>
                <c:pt idx="18">
                  <c:v>0.31880999999999998</c:v>
                </c:pt>
                <c:pt idx="19">
                  <c:v>0.31093999999999999</c:v>
                </c:pt>
                <c:pt idx="20">
                  <c:v>0.30326999999999998</c:v>
                </c:pt>
                <c:pt idx="21">
                  <c:v>0.29577999999999999</c:v>
                </c:pt>
                <c:pt idx="22">
                  <c:v>0.28847</c:v>
                </c:pt>
                <c:pt idx="23">
                  <c:v>0.28134999999999999</c:v>
                </c:pt>
                <c:pt idx="24">
                  <c:v>0.27440999999999999</c:v>
                </c:pt>
                <c:pt idx="25">
                  <c:v>0.26762999999999998</c:v>
                </c:pt>
                <c:pt idx="26">
                  <c:v>0.26101999999999997</c:v>
                </c:pt>
                <c:pt idx="27">
                  <c:v>0.25457999999999997</c:v>
                </c:pt>
                <c:pt idx="28">
                  <c:v>0.24829000000000001</c:v>
                </c:pt>
                <c:pt idx="29">
                  <c:v>0.24215999999999999</c:v>
                </c:pt>
                <c:pt idx="30">
                  <c:v>0.23618</c:v>
                </c:pt>
                <c:pt idx="31">
                  <c:v>0.23035</c:v>
                </c:pt>
                <c:pt idx="32">
                  <c:v>0.22466</c:v>
                </c:pt>
                <c:pt idx="33">
                  <c:v>0.21912000000000001</c:v>
                </c:pt>
                <c:pt idx="34">
                  <c:v>0.21371000000000001</c:v>
                </c:pt>
                <c:pt idx="35">
                  <c:v>0.20843</c:v>
                </c:pt>
                <c:pt idx="36">
                  <c:v>0.20327999999999999</c:v>
                </c:pt>
                <c:pt idx="37">
                  <c:v>0.19827</c:v>
                </c:pt>
                <c:pt idx="38">
                  <c:v>0.19336999999999999</c:v>
                </c:pt>
                <c:pt idx="39">
                  <c:v>0.18859999999999999</c:v>
                </c:pt>
                <c:pt idx="40">
                  <c:v>0.18393999999999999</c:v>
                </c:pt>
                <c:pt idx="41">
                  <c:v>0.1794</c:v>
                </c:pt>
                <c:pt idx="42">
                  <c:v>0.17496999999999999</c:v>
                </c:pt>
                <c:pt idx="43">
                  <c:v>0.17065</c:v>
                </c:pt>
                <c:pt idx="44">
                  <c:v>0.16644</c:v>
                </c:pt>
                <c:pt idx="45">
                  <c:v>0.16233</c:v>
                </c:pt>
                <c:pt idx="46">
                  <c:v>0.15831999999999999</c:v>
                </c:pt>
                <c:pt idx="47">
                  <c:v>0.15440999999999999</c:v>
                </c:pt>
                <c:pt idx="48">
                  <c:v>0.15060000000000001</c:v>
                </c:pt>
                <c:pt idx="49">
                  <c:v>0.14688000000000001</c:v>
                </c:pt>
                <c:pt idx="50">
                  <c:v>0.14324999999999999</c:v>
                </c:pt>
                <c:pt idx="51">
                  <c:v>0.13972000000000001</c:v>
                </c:pt>
                <c:pt idx="52">
                  <c:v>0.13627</c:v>
                </c:pt>
                <c:pt idx="53">
                  <c:v>0.13289999999999999</c:v>
                </c:pt>
                <c:pt idx="54">
                  <c:v>0.12962000000000001</c:v>
                </c:pt>
                <c:pt idx="55">
                  <c:v>0.12642</c:v>
                </c:pt>
                <c:pt idx="56">
                  <c:v>0.12330000000000001</c:v>
                </c:pt>
                <c:pt idx="57">
                  <c:v>0.12025</c:v>
                </c:pt>
                <c:pt idx="58">
                  <c:v>0.11729000000000001</c:v>
                </c:pt>
                <c:pt idx="59">
                  <c:v>0.11439000000000001</c:v>
                </c:pt>
                <c:pt idx="60">
                  <c:v>0.11157</c:v>
                </c:pt>
                <c:pt idx="61">
                  <c:v>0.10881</c:v>
                </c:pt>
                <c:pt idx="62">
                  <c:v>0.10612000000000001</c:v>
                </c:pt>
                <c:pt idx="63">
                  <c:v>0.10349999999999999</c:v>
                </c:pt>
                <c:pt idx="64">
                  <c:v>0.10095</c:v>
                </c:pt>
                <c:pt idx="65">
                  <c:v>9.8460000000000006E-2</c:v>
                </c:pt>
                <c:pt idx="66">
                  <c:v>9.6019999999999994E-2</c:v>
                </c:pt>
                <c:pt idx="67">
                  <c:v>9.3649999999999997E-2</c:v>
                </c:pt>
                <c:pt idx="68">
                  <c:v>9.1340000000000005E-2</c:v>
                </c:pt>
                <c:pt idx="69">
                  <c:v>8.9090000000000003E-2</c:v>
                </c:pt>
                <c:pt idx="70">
                  <c:v>8.6889999999999995E-2</c:v>
                </c:pt>
                <c:pt idx="71">
                  <c:v>8.4739999999999996E-2</c:v>
                </c:pt>
                <c:pt idx="72">
                  <c:v>8.2650000000000001E-2</c:v>
                </c:pt>
                <c:pt idx="73">
                  <c:v>8.0610000000000001E-2</c:v>
                </c:pt>
                <c:pt idx="74">
                  <c:v>7.8619999999999995E-2</c:v>
                </c:pt>
                <c:pt idx="75">
                  <c:v>7.6679999999999998E-2</c:v>
                </c:pt>
                <c:pt idx="76">
                  <c:v>7.4779999999999999E-2</c:v>
                </c:pt>
                <c:pt idx="77">
                  <c:v>7.2940000000000005E-2</c:v>
                </c:pt>
                <c:pt idx="78">
                  <c:v>7.1139999999999995E-2</c:v>
                </c:pt>
                <c:pt idx="79">
                  <c:v>6.9379999999999997E-2</c:v>
                </c:pt>
                <c:pt idx="80">
                  <c:v>6.7669999999999994E-2</c:v>
                </c:pt>
                <c:pt idx="81">
                  <c:v>6.6000000000000003E-2</c:v>
                </c:pt>
                <c:pt idx="82">
                  <c:v>6.4369999999999997E-2</c:v>
                </c:pt>
                <c:pt idx="83">
                  <c:v>6.2780000000000002E-2</c:v>
                </c:pt>
                <c:pt idx="84">
                  <c:v>6.123E-2</c:v>
                </c:pt>
                <c:pt idx="85">
                  <c:v>5.9720000000000002E-2</c:v>
                </c:pt>
                <c:pt idx="86">
                  <c:v>5.824E-2</c:v>
                </c:pt>
                <c:pt idx="87">
                  <c:v>5.6800000000000003E-2</c:v>
                </c:pt>
                <c:pt idx="88">
                  <c:v>5.5399999999999998E-2</c:v>
                </c:pt>
                <c:pt idx="89">
                  <c:v>5.4030000000000002E-2</c:v>
                </c:pt>
                <c:pt idx="90">
                  <c:v>5.2699999999999997E-2</c:v>
                </c:pt>
                <c:pt idx="91">
                  <c:v>5.1400000000000001E-2</c:v>
                </c:pt>
                <c:pt idx="92">
                  <c:v>5.0130000000000001E-2</c:v>
                </c:pt>
                <c:pt idx="93">
                  <c:v>4.8890000000000003E-2</c:v>
                </c:pt>
                <c:pt idx="94">
                  <c:v>4.768E-2</c:v>
                </c:pt>
                <c:pt idx="95">
                  <c:v>4.6510000000000003E-2</c:v>
                </c:pt>
                <c:pt idx="96">
                  <c:v>4.5359999999999998E-2</c:v>
                </c:pt>
                <c:pt idx="97">
                  <c:v>4.4240000000000002E-2</c:v>
                </c:pt>
                <c:pt idx="98">
                  <c:v>4.3150000000000001E-2</c:v>
                </c:pt>
                <c:pt idx="99">
                  <c:v>4.2079999999999999E-2</c:v>
                </c:pt>
                <c:pt idx="100">
                  <c:v>4.104E-2</c:v>
                </c:pt>
                <c:pt idx="101">
                  <c:v>4.0030000000000003E-2</c:v>
                </c:pt>
                <c:pt idx="102">
                  <c:v>3.9039999999999998E-2</c:v>
                </c:pt>
                <c:pt idx="103">
                  <c:v>3.8080000000000003E-2</c:v>
                </c:pt>
                <c:pt idx="104">
                  <c:v>3.7139999999999999E-2</c:v>
                </c:pt>
                <c:pt idx="105">
                  <c:v>3.6220000000000002E-2</c:v>
                </c:pt>
                <c:pt idx="106">
                  <c:v>3.533E-2</c:v>
                </c:pt>
                <c:pt idx="107">
                  <c:v>3.4450000000000001E-2</c:v>
                </c:pt>
                <c:pt idx="108">
                  <c:v>3.3599999999999998E-2</c:v>
                </c:pt>
                <c:pt idx="109">
                  <c:v>3.2770000000000001E-2</c:v>
                </c:pt>
                <c:pt idx="110">
                  <c:v>3.1960000000000002E-2</c:v>
                </c:pt>
                <c:pt idx="111">
                  <c:v>3.117E-2</c:v>
                </c:pt>
                <c:pt idx="112">
                  <c:v>3.041E-2</c:v>
                </c:pt>
                <c:pt idx="113">
                  <c:v>2.9649999999999999E-2</c:v>
                </c:pt>
                <c:pt idx="114">
                  <c:v>2.8920000000000001E-2</c:v>
                </c:pt>
                <c:pt idx="115">
                  <c:v>2.8209999999999999E-2</c:v>
                </c:pt>
                <c:pt idx="116">
                  <c:v>2.751E-2</c:v>
                </c:pt>
                <c:pt idx="117">
                  <c:v>2.683E-2</c:v>
                </c:pt>
                <c:pt idx="118">
                  <c:v>2.6169999999999999E-2</c:v>
                </c:pt>
                <c:pt idx="119">
                  <c:v>2.5520000000000001E-2</c:v>
                </c:pt>
                <c:pt idx="120">
                  <c:v>2.4889999999999999E-2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8BF-E84F-83CA-D7B2844B122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½e⁻³ᵗ (difference mode)</c:v>
                </c:pt>
              </c:strCache>
            </c:strRef>
          </c:tx>
          <c:spPr>
            <a:ln w="28575" cap="flat">
              <a:solidFill>
                <a:srgbClr val="C98A95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Sheet1!$A$2:$A$122</c:f>
              <c:numCache>
                <c:formatCode>General</c:formatCode>
                <c:ptCount val="12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</c:numCache>
            </c:numRef>
          </c:xVal>
          <c:yVal>
            <c:numRef>
              <c:f>Sheet1!$E$2:$E$122</c:f>
              <c:numCache>
                <c:formatCode>General</c:formatCode>
                <c:ptCount val="121"/>
                <c:pt idx="0">
                  <c:v>0.5</c:v>
                </c:pt>
                <c:pt idx="1">
                  <c:v>0.46387</c:v>
                </c:pt>
                <c:pt idx="2">
                  <c:v>0.43035000000000001</c:v>
                </c:pt>
                <c:pt idx="3">
                  <c:v>0.39926</c:v>
                </c:pt>
                <c:pt idx="4">
                  <c:v>0.37041000000000002</c:v>
                </c:pt>
                <c:pt idx="5">
                  <c:v>0.34364</c:v>
                </c:pt>
                <c:pt idx="6">
                  <c:v>0.31880999999999998</c:v>
                </c:pt>
                <c:pt idx="7">
                  <c:v>0.29577999999999999</c:v>
                </c:pt>
                <c:pt idx="8">
                  <c:v>0.27440999999999999</c:v>
                </c:pt>
                <c:pt idx="9">
                  <c:v>0.25457999999999997</c:v>
                </c:pt>
                <c:pt idx="10">
                  <c:v>0.23618</c:v>
                </c:pt>
                <c:pt idx="11">
                  <c:v>0.21912000000000001</c:v>
                </c:pt>
                <c:pt idx="12">
                  <c:v>0.20327999999999999</c:v>
                </c:pt>
                <c:pt idx="13">
                  <c:v>0.18859999999999999</c:v>
                </c:pt>
                <c:pt idx="14">
                  <c:v>0.17496999999999999</c:v>
                </c:pt>
                <c:pt idx="15">
                  <c:v>0.16233</c:v>
                </c:pt>
                <c:pt idx="16">
                  <c:v>0.15060000000000001</c:v>
                </c:pt>
                <c:pt idx="17">
                  <c:v>0.13972000000000001</c:v>
                </c:pt>
                <c:pt idx="18">
                  <c:v>0.12962000000000001</c:v>
                </c:pt>
                <c:pt idx="19">
                  <c:v>0.12025</c:v>
                </c:pt>
                <c:pt idx="20">
                  <c:v>0.11157</c:v>
                </c:pt>
                <c:pt idx="21">
                  <c:v>0.10349999999999999</c:v>
                </c:pt>
                <c:pt idx="22">
                  <c:v>9.6019999999999994E-2</c:v>
                </c:pt>
                <c:pt idx="23">
                  <c:v>8.9090000000000003E-2</c:v>
                </c:pt>
                <c:pt idx="24">
                  <c:v>8.2650000000000001E-2</c:v>
                </c:pt>
                <c:pt idx="25">
                  <c:v>7.6679999999999998E-2</c:v>
                </c:pt>
                <c:pt idx="26">
                  <c:v>7.1139999999999995E-2</c:v>
                </c:pt>
                <c:pt idx="27">
                  <c:v>6.6000000000000003E-2</c:v>
                </c:pt>
                <c:pt idx="28">
                  <c:v>6.123E-2</c:v>
                </c:pt>
                <c:pt idx="29">
                  <c:v>5.6800000000000003E-2</c:v>
                </c:pt>
                <c:pt idx="30">
                  <c:v>5.2699999999999997E-2</c:v>
                </c:pt>
                <c:pt idx="31">
                  <c:v>4.8890000000000003E-2</c:v>
                </c:pt>
                <c:pt idx="32">
                  <c:v>4.5359999999999998E-2</c:v>
                </c:pt>
                <c:pt idx="33">
                  <c:v>4.2079999999999999E-2</c:v>
                </c:pt>
                <c:pt idx="34">
                  <c:v>3.9039999999999998E-2</c:v>
                </c:pt>
                <c:pt idx="35">
                  <c:v>3.6220000000000002E-2</c:v>
                </c:pt>
                <c:pt idx="36">
                  <c:v>3.3599999999999998E-2</c:v>
                </c:pt>
                <c:pt idx="37">
                  <c:v>3.117E-2</c:v>
                </c:pt>
                <c:pt idx="38">
                  <c:v>2.8920000000000001E-2</c:v>
                </c:pt>
                <c:pt idx="39">
                  <c:v>2.683E-2</c:v>
                </c:pt>
                <c:pt idx="40">
                  <c:v>2.4889999999999999E-2</c:v>
                </c:pt>
                <c:pt idx="41">
                  <c:v>2.3089999999999999E-2</c:v>
                </c:pt>
                <c:pt idx="42">
                  <c:v>2.1430000000000001E-2</c:v>
                </c:pt>
                <c:pt idx="43">
                  <c:v>1.9879999999999998E-2</c:v>
                </c:pt>
                <c:pt idx="44">
                  <c:v>1.8440000000000002E-2</c:v>
                </c:pt>
                <c:pt idx="45">
                  <c:v>1.711E-2</c:v>
                </c:pt>
                <c:pt idx="46">
                  <c:v>1.5869999999999999E-2</c:v>
                </c:pt>
                <c:pt idx="47">
                  <c:v>1.473E-2</c:v>
                </c:pt>
                <c:pt idx="48">
                  <c:v>1.366E-2</c:v>
                </c:pt>
                <c:pt idx="49">
                  <c:v>1.2670000000000001E-2</c:v>
                </c:pt>
                <c:pt idx="50">
                  <c:v>1.176E-2</c:v>
                </c:pt>
                <c:pt idx="51">
                  <c:v>1.091E-2</c:v>
                </c:pt>
                <c:pt idx="52">
                  <c:v>1.0120000000000001E-2</c:v>
                </c:pt>
                <c:pt idx="53">
                  <c:v>9.3900000000000008E-3</c:v>
                </c:pt>
                <c:pt idx="54">
                  <c:v>8.7100000000000007E-3</c:v>
                </c:pt>
                <c:pt idx="55">
                  <c:v>8.0800000000000004E-3</c:v>
                </c:pt>
                <c:pt idx="56">
                  <c:v>7.4999999999999997E-3</c:v>
                </c:pt>
                <c:pt idx="57">
                  <c:v>6.96E-3</c:v>
                </c:pt>
                <c:pt idx="58">
                  <c:v>6.45E-3</c:v>
                </c:pt>
                <c:pt idx="59">
                  <c:v>5.9899999999999997E-3</c:v>
                </c:pt>
                <c:pt idx="60">
                  <c:v>5.5500000000000002E-3</c:v>
                </c:pt>
                <c:pt idx="61">
                  <c:v>5.1500000000000001E-3</c:v>
                </c:pt>
                <c:pt idx="62">
                  <c:v>4.7800000000000004E-3</c:v>
                </c:pt>
                <c:pt idx="63">
                  <c:v>4.4400000000000004E-3</c:v>
                </c:pt>
                <c:pt idx="64">
                  <c:v>4.1099999999999999E-3</c:v>
                </c:pt>
                <c:pt idx="65">
                  <c:v>3.82E-3</c:v>
                </c:pt>
                <c:pt idx="66">
                  <c:v>3.5400000000000002E-3</c:v>
                </c:pt>
                <c:pt idx="67">
                  <c:v>3.29E-3</c:v>
                </c:pt>
                <c:pt idx="68">
                  <c:v>3.0500000000000002E-3</c:v>
                </c:pt>
                <c:pt idx="69">
                  <c:v>2.8300000000000001E-3</c:v>
                </c:pt>
                <c:pt idx="70">
                  <c:v>2.6199999999999999E-3</c:v>
                </c:pt>
                <c:pt idx="71">
                  <c:v>2.4299999999999999E-3</c:v>
                </c:pt>
                <c:pt idx="72">
                  <c:v>2.2599999999999999E-3</c:v>
                </c:pt>
                <c:pt idx="73">
                  <c:v>2.0999999999999999E-3</c:v>
                </c:pt>
                <c:pt idx="74">
                  <c:v>1.9400000000000001E-3</c:v>
                </c:pt>
                <c:pt idx="75">
                  <c:v>1.8E-3</c:v>
                </c:pt>
                <c:pt idx="76">
                  <c:v>1.67E-3</c:v>
                </c:pt>
                <c:pt idx="77">
                  <c:v>1.5499999999999999E-3</c:v>
                </c:pt>
                <c:pt idx="78">
                  <c:v>1.4400000000000001E-3</c:v>
                </c:pt>
                <c:pt idx="79">
                  <c:v>1.34E-3</c:v>
                </c:pt>
                <c:pt idx="80">
                  <c:v>1.24E-3</c:v>
                </c:pt>
                <c:pt idx="81">
                  <c:v>1.15E-3</c:v>
                </c:pt>
                <c:pt idx="82">
                  <c:v>1.07E-3</c:v>
                </c:pt>
                <c:pt idx="83">
                  <c:v>9.8999999999999999E-4</c:v>
                </c:pt>
                <c:pt idx="84">
                  <c:v>9.2000000000000003E-4</c:v>
                </c:pt>
                <c:pt idx="85">
                  <c:v>8.4999999999999995E-4</c:v>
                </c:pt>
                <c:pt idx="86">
                  <c:v>7.9000000000000001E-4</c:v>
                </c:pt>
                <c:pt idx="87">
                  <c:v>7.2999999999999996E-4</c:v>
                </c:pt>
                <c:pt idx="88">
                  <c:v>6.8000000000000005E-4</c:v>
                </c:pt>
                <c:pt idx="89">
                  <c:v>6.3000000000000003E-4</c:v>
                </c:pt>
                <c:pt idx="90">
                  <c:v>5.9000000000000003E-4</c:v>
                </c:pt>
                <c:pt idx="91">
                  <c:v>5.4000000000000001E-4</c:v>
                </c:pt>
                <c:pt idx="92">
                  <c:v>5.0000000000000001E-4</c:v>
                </c:pt>
                <c:pt idx="93">
                  <c:v>4.6999999999999999E-4</c:v>
                </c:pt>
                <c:pt idx="94">
                  <c:v>4.2999999999999999E-4</c:v>
                </c:pt>
                <c:pt idx="95">
                  <c:v>4.0000000000000002E-4</c:v>
                </c:pt>
                <c:pt idx="96">
                  <c:v>3.6999999999999999E-4</c:v>
                </c:pt>
                <c:pt idx="97">
                  <c:v>3.5E-4</c:v>
                </c:pt>
                <c:pt idx="98">
                  <c:v>3.2000000000000003E-4</c:v>
                </c:pt>
                <c:pt idx="99">
                  <c:v>2.9999999999999997E-4</c:v>
                </c:pt>
                <c:pt idx="100">
                  <c:v>2.7999999999999998E-4</c:v>
                </c:pt>
                <c:pt idx="101">
                  <c:v>2.5999999999999998E-4</c:v>
                </c:pt>
                <c:pt idx="102">
                  <c:v>2.4000000000000001E-4</c:v>
                </c:pt>
                <c:pt idx="103">
                  <c:v>2.2000000000000001E-4</c:v>
                </c:pt>
                <c:pt idx="104">
                  <c:v>2.0000000000000001E-4</c:v>
                </c:pt>
                <c:pt idx="105">
                  <c:v>1.9000000000000001E-4</c:v>
                </c:pt>
                <c:pt idx="106">
                  <c:v>1.8000000000000001E-4</c:v>
                </c:pt>
                <c:pt idx="107">
                  <c:v>1.6000000000000001E-4</c:v>
                </c:pt>
                <c:pt idx="108">
                  <c:v>1.4999999999999999E-4</c:v>
                </c:pt>
                <c:pt idx="109">
                  <c:v>1.3999999999999999E-4</c:v>
                </c:pt>
                <c:pt idx="110">
                  <c:v>1.2999999999999999E-4</c:v>
                </c:pt>
                <c:pt idx="111">
                  <c:v>1.2E-4</c:v>
                </c:pt>
                <c:pt idx="112">
                  <c:v>1.1E-4</c:v>
                </c:pt>
                <c:pt idx="113">
                  <c:v>1E-4</c:v>
                </c:pt>
                <c:pt idx="114">
                  <c:v>1E-4</c:v>
                </c:pt>
                <c:pt idx="115">
                  <c:v>9.0000000000000006E-5</c:v>
                </c:pt>
                <c:pt idx="116">
                  <c:v>8.0000000000000007E-5</c:v>
                </c:pt>
                <c:pt idx="117">
                  <c:v>8.0000000000000007E-5</c:v>
                </c:pt>
                <c:pt idx="118">
                  <c:v>6.9999999999999994E-5</c:v>
                </c:pt>
                <c:pt idx="119">
                  <c:v>6.9999999999999994E-5</c:v>
                </c:pt>
                <c:pt idx="120">
                  <c:v>6.0000000000000002E-5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8BF-E84F-83CA-D7B2844B1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time t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0.5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temperature</a:t>
                </a:r>
              </a:p>
            </c:rich>
          </c:tx>
          <c:overlay val="0"/>
        </c:title>
        <c:numFmt formatCode="0.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x₁(t)</c:v>
                </c:pt>
              </c:strCache>
            </c:strRef>
          </c:tx>
          <c:spPr>
            <a:ln w="19050" cap="flat">
              <a:solidFill>
                <a:srgbClr val="152D4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Sheet1!$A$2:$A$352</c:f>
              <c:numCache>
                <c:formatCode>General</c:formatCode>
                <c:ptCount val="351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2.2000000000000002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</c:v>
                </c:pt>
                <c:pt idx="21">
                  <c:v>4.2</c:v>
                </c:pt>
                <c:pt idx="22">
                  <c:v>4.4000000000000004</c:v>
                </c:pt>
                <c:pt idx="23">
                  <c:v>4.5999999999999996</c:v>
                </c:pt>
                <c:pt idx="24">
                  <c:v>4.8</c:v>
                </c:pt>
                <c:pt idx="25">
                  <c:v>5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</c:v>
                </c:pt>
                <c:pt idx="41">
                  <c:v>8.1999999999999993</c:v>
                </c:pt>
                <c:pt idx="42">
                  <c:v>8.4</c:v>
                </c:pt>
                <c:pt idx="43">
                  <c:v>8.6</c:v>
                </c:pt>
                <c:pt idx="44">
                  <c:v>8.8000000000000007</c:v>
                </c:pt>
                <c:pt idx="45">
                  <c:v>9</c:v>
                </c:pt>
                <c:pt idx="46">
                  <c:v>9.1999999999999993</c:v>
                </c:pt>
                <c:pt idx="47">
                  <c:v>9.4</c:v>
                </c:pt>
                <c:pt idx="48">
                  <c:v>9.6</c:v>
                </c:pt>
                <c:pt idx="49">
                  <c:v>9.8000000000000007</c:v>
                </c:pt>
                <c:pt idx="50">
                  <c:v>10</c:v>
                </c:pt>
                <c:pt idx="51">
                  <c:v>10.199999999999999</c:v>
                </c:pt>
                <c:pt idx="52">
                  <c:v>10.4</c:v>
                </c:pt>
                <c:pt idx="53">
                  <c:v>10.6</c:v>
                </c:pt>
                <c:pt idx="54">
                  <c:v>10.8</c:v>
                </c:pt>
                <c:pt idx="55">
                  <c:v>11</c:v>
                </c:pt>
                <c:pt idx="56">
                  <c:v>11.2</c:v>
                </c:pt>
                <c:pt idx="57">
                  <c:v>11.4</c:v>
                </c:pt>
                <c:pt idx="58">
                  <c:v>11.6</c:v>
                </c:pt>
                <c:pt idx="59">
                  <c:v>11.8</c:v>
                </c:pt>
                <c:pt idx="60">
                  <c:v>12</c:v>
                </c:pt>
                <c:pt idx="61">
                  <c:v>12.2</c:v>
                </c:pt>
                <c:pt idx="62">
                  <c:v>12.4</c:v>
                </c:pt>
                <c:pt idx="63">
                  <c:v>12.6</c:v>
                </c:pt>
                <c:pt idx="64">
                  <c:v>12.8</c:v>
                </c:pt>
                <c:pt idx="65">
                  <c:v>13</c:v>
                </c:pt>
                <c:pt idx="66">
                  <c:v>13.2</c:v>
                </c:pt>
                <c:pt idx="67">
                  <c:v>13.4</c:v>
                </c:pt>
                <c:pt idx="68">
                  <c:v>13.6</c:v>
                </c:pt>
                <c:pt idx="69">
                  <c:v>13.8</c:v>
                </c:pt>
                <c:pt idx="70">
                  <c:v>14</c:v>
                </c:pt>
                <c:pt idx="71">
                  <c:v>14.2</c:v>
                </c:pt>
                <c:pt idx="72">
                  <c:v>14.4</c:v>
                </c:pt>
                <c:pt idx="73">
                  <c:v>14.6</c:v>
                </c:pt>
                <c:pt idx="74">
                  <c:v>14.8</c:v>
                </c:pt>
                <c:pt idx="75">
                  <c:v>15</c:v>
                </c:pt>
                <c:pt idx="76">
                  <c:v>15.2</c:v>
                </c:pt>
                <c:pt idx="77">
                  <c:v>15.4</c:v>
                </c:pt>
                <c:pt idx="78">
                  <c:v>15.6</c:v>
                </c:pt>
                <c:pt idx="79">
                  <c:v>15.8</c:v>
                </c:pt>
                <c:pt idx="80">
                  <c:v>16</c:v>
                </c:pt>
                <c:pt idx="81">
                  <c:v>16.2</c:v>
                </c:pt>
                <c:pt idx="82">
                  <c:v>16.399999999999999</c:v>
                </c:pt>
                <c:pt idx="83">
                  <c:v>16.600000000000001</c:v>
                </c:pt>
                <c:pt idx="84">
                  <c:v>16.8</c:v>
                </c:pt>
                <c:pt idx="85">
                  <c:v>17</c:v>
                </c:pt>
                <c:pt idx="86">
                  <c:v>17.2</c:v>
                </c:pt>
                <c:pt idx="87">
                  <c:v>17.399999999999999</c:v>
                </c:pt>
                <c:pt idx="88">
                  <c:v>17.600000000000001</c:v>
                </c:pt>
                <c:pt idx="89">
                  <c:v>17.8</c:v>
                </c:pt>
                <c:pt idx="90">
                  <c:v>18</c:v>
                </c:pt>
                <c:pt idx="91">
                  <c:v>18.2</c:v>
                </c:pt>
                <c:pt idx="92">
                  <c:v>18.399999999999999</c:v>
                </c:pt>
                <c:pt idx="93">
                  <c:v>18.600000000000001</c:v>
                </c:pt>
                <c:pt idx="94">
                  <c:v>18.8</c:v>
                </c:pt>
                <c:pt idx="95">
                  <c:v>19</c:v>
                </c:pt>
                <c:pt idx="96">
                  <c:v>19.2</c:v>
                </c:pt>
                <c:pt idx="97">
                  <c:v>19.399999999999999</c:v>
                </c:pt>
                <c:pt idx="98">
                  <c:v>19.600000000000001</c:v>
                </c:pt>
                <c:pt idx="99">
                  <c:v>19.8</c:v>
                </c:pt>
                <c:pt idx="100">
                  <c:v>20</c:v>
                </c:pt>
                <c:pt idx="101">
                  <c:v>20.2</c:v>
                </c:pt>
                <c:pt idx="102">
                  <c:v>20.399999999999999</c:v>
                </c:pt>
                <c:pt idx="103">
                  <c:v>20.6</c:v>
                </c:pt>
                <c:pt idx="104">
                  <c:v>20.8</c:v>
                </c:pt>
                <c:pt idx="105">
                  <c:v>21</c:v>
                </c:pt>
                <c:pt idx="106">
                  <c:v>21.2</c:v>
                </c:pt>
                <c:pt idx="107">
                  <c:v>21.4</c:v>
                </c:pt>
                <c:pt idx="108">
                  <c:v>21.6</c:v>
                </c:pt>
                <c:pt idx="109">
                  <c:v>21.8</c:v>
                </c:pt>
                <c:pt idx="110">
                  <c:v>22</c:v>
                </c:pt>
                <c:pt idx="111">
                  <c:v>22.2</c:v>
                </c:pt>
                <c:pt idx="112">
                  <c:v>22.4</c:v>
                </c:pt>
                <c:pt idx="113">
                  <c:v>22.6</c:v>
                </c:pt>
                <c:pt idx="114">
                  <c:v>22.8</c:v>
                </c:pt>
                <c:pt idx="115">
                  <c:v>23</c:v>
                </c:pt>
                <c:pt idx="116">
                  <c:v>23.2</c:v>
                </c:pt>
                <c:pt idx="117">
                  <c:v>23.4</c:v>
                </c:pt>
                <c:pt idx="118">
                  <c:v>23.6</c:v>
                </c:pt>
                <c:pt idx="119">
                  <c:v>23.8</c:v>
                </c:pt>
                <c:pt idx="120">
                  <c:v>24</c:v>
                </c:pt>
                <c:pt idx="121">
                  <c:v>24.2</c:v>
                </c:pt>
                <c:pt idx="122">
                  <c:v>24.4</c:v>
                </c:pt>
                <c:pt idx="123">
                  <c:v>24.6</c:v>
                </c:pt>
                <c:pt idx="124">
                  <c:v>24.8</c:v>
                </c:pt>
                <c:pt idx="125">
                  <c:v>25</c:v>
                </c:pt>
                <c:pt idx="126">
                  <c:v>25.2</c:v>
                </c:pt>
                <c:pt idx="127">
                  <c:v>25.4</c:v>
                </c:pt>
                <c:pt idx="128">
                  <c:v>25.6</c:v>
                </c:pt>
                <c:pt idx="129">
                  <c:v>25.8</c:v>
                </c:pt>
                <c:pt idx="130">
                  <c:v>26</c:v>
                </c:pt>
                <c:pt idx="131">
                  <c:v>26.2</c:v>
                </c:pt>
                <c:pt idx="132">
                  <c:v>26.4</c:v>
                </c:pt>
                <c:pt idx="133">
                  <c:v>26.6</c:v>
                </c:pt>
                <c:pt idx="134">
                  <c:v>26.8</c:v>
                </c:pt>
                <c:pt idx="135">
                  <c:v>27</c:v>
                </c:pt>
                <c:pt idx="136">
                  <c:v>27.2</c:v>
                </c:pt>
                <c:pt idx="137">
                  <c:v>27.4</c:v>
                </c:pt>
                <c:pt idx="138">
                  <c:v>27.6</c:v>
                </c:pt>
                <c:pt idx="139">
                  <c:v>27.8</c:v>
                </c:pt>
                <c:pt idx="140">
                  <c:v>28</c:v>
                </c:pt>
                <c:pt idx="141">
                  <c:v>28.2</c:v>
                </c:pt>
                <c:pt idx="142">
                  <c:v>28.4</c:v>
                </c:pt>
                <c:pt idx="143">
                  <c:v>28.6</c:v>
                </c:pt>
                <c:pt idx="144">
                  <c:v>28.8</c:v>
                </c:pt>
                <c:pt idx="145">
                  <c:v>29</c:v>
                </c:pt>
                <c:pt idx="146">
                  <c:v>29.2</c:v>
                </c:pt>
                <c:pt idx="147">
                  <c:v>29.4</c:v>
                </c:pt>
                <c:pt idx="148">
                  <c:v>29.6</c:v>
                </c:pt>
                <c:pt idx="149">
                  <c:v>29.8</c:v>
                </c:pt>
                <c:pt idx="150">
                  <c:v>30</c:v>
                </c:pt>
                <c:pt idx="151">
                  <c:v>30.2</c:v>
                </c:pt>
                <c:pt idx="152">
                  <c:v>30.4</c:v>
                </c:pt>
                <c:pt idx="153">
                  <c:v>30.6</c:v>
                </c:pt>
                <c:pt idx="154">
                  <c:v>30.8</c:v>
                </c:pt>
                <c:pt idx="155">
                  <c:v>31</c:v>
                </c:pt>
                <c:pt idx="156">
                  <c:v>31.2</c:v>
                </c:pt>
                <c:pt idx="157">
                  <c:v>31.4</c:v>
                </c:pt>
                <c:pt idx="158">
                  <c:v>31.6</c:v>
                </c:pt>
                <c:pt idx="159">
                  <c:v>31.8</c:v>
                </c:pt>
                <c:pt idx="160">
                  <c:v>32</c:v>
                </c:pt>
                <c:pt idx="161">
                  <c:v>32.200000000000003</c:v>
                </c:pt>
                <c:pt idx="162">
                  <c:v>32.4</c:v>
                </c:pt>
                <c:pt idx="163">
                  <c:v>32.6</c:v>
                </c:pt>
                <c:pt idx="164">
                  <c:v>32.799999999999997</c:v>
                </c:pt>
                <c:pt idx="165">
                  <c:v>33</c:v>
                </c:pt>
                <c:pt idx="166">
                  <c:v>33.200000000000003</c:v>
                </c:pt>
                <c:pt idx="167">
                  <c:v>33.4</c:v>
                </c:pt>
                <c:pt idx="168">
                  <c:v>33.6</c:v>
                </c:pt>
                <c:pt idx="169">
                  <c:v>33.799999999999997</c:v>
                </c:pt>
                <c:pt idx="170">
                  <c:v>34</c:v>
                </c:pt>
                <c:pt idx="171">
                  <c:v>34.200000000000003</c:v>
                </c:pt>
                <c:pt idx="172">
                  <c:v>34.4</c:v>
                </c:pt>
                <c:pt idx="173">
                  <c:v>34.6</c:v>
                </c:pt>
                <c:pt idx="174">
                  <c:v>34.799999999999997</c:v>
                </c:pt>
                <c:pt idx="175">
                  <c:v>35</c:v>
                </c:pt>
                <c:pt idx="176">
                  <c:v>35.200000000000003</c:v>
                </c:pt>
                <c:pt idx="177">
                  <c:v>35.4</c:v>
                </c:pt>
                <c:pt idx="178">
                  <c:v>35.6</c:v>
                </c:pt>
                <c:pt idx="179">
                  <c:v>35.799999999999997</c:v>
                </c:pt>
                <c:pt idx="180">
                  <c:v>36</c:v>
                </c:pt>
                <c:pt idx="181">
                  <c:v>36.200000000000003</c:v>
                </c:pt>
                <c:pt idx="182">
                  <c:v>36.4</c:v>
                </c:pt>
                <c:pt idx="183">
                  <c:v>36.6</c:v>
                </c:pt>
                <c:pt idx="184">
                  <c:v>36.799999999999997</c:v>
                </c:pt>
                <c:pt idx="185">
                  <c:v>37</c:v>
                </c:pt>
                <c:pt idx="186">
                  <c:v>37.200000000000003</c:v>
                </c:pt>
                <c:pt idx="187">
                  <c:v>37.4</c:v>
                </c:pt>
                <c:pt idx="188">
                  <c:v>37.6</c:v>
                </c:pt>
                <c:pt idx="189">
                  <c:v>37.799999999999997</c:v>
                </c:pt>
                <c:pt idx="190">
                  <c:v>38</c:v>
                </c:pt>
                <c:pt idx="191">
                  <c:v>38.200000000000003</c:v>
                </c:pt>
                <c:pt idx="192">
                  <c:v>38.4</c:v>
                </c:pt>
                <c:pt idx="193">
                  <c:v>38.6</c:v>
                </c:pt>
                <c:pt idx="194">
                  <c:v>38.799999999999997</c:v>
                </c:pt>
                <c:pt idx="195">
                  <c:v>39</c:v>
                </c:pt>
                <c:pt idx="196">
                  <c:v>39.200000000000003</c:v>
                </c:pt>
                <c:pt idx="197">
                  <c:v>39.4</c:v>
                </c:pt>
                <c:pt idx="198">
                  <c:v>39.6</c:v>
                </c:pt>
                <c:pt idx="199">
                  <c:v>39.799999999999997</c:v>
                </c:pt>
                <c:pt idx="200">
                  <c:v>40</c:v>
                </c:pt>
                <c:pt idx="201">
                  <c:v>40.200000000000003</c:v>
                </c:pt>
                <c:pt idx="202">
                  <c:v>40.4</c:v>
                </c:pt>
                <c:pt idx="203">
                  <c:v>40.6</c:v>
                </c:pt>
                <c:pt idx="204">
                  <c:v>40.799999999999997</c:v>
                </c:pt>
                <c:pt idx="205">
                  <c:v>41</c:v>
                </c:pt>
                <c:pt idx="206">
                  <c:v>41.2</c:v>
                </c:pt>
                <c:pt idx="207">
                  <c:v>41.4</c:v>
                </c:pt>
                <c:pt idx="208">
                  <c:v>41.6</c:v>
                </c:pt>
                <c:pt idx="209">
                  <c:v>41.8</c:v>
                </c:pt>
                <c:pt idx="210">
                  <c:v>42</c:v>
                </c:pt>
                <c:pt idx="211">
                  <c:v>42.2</c:v>
                </c:pt>
                <c:pt idx="212">
                  <c:v>42.4</c:v>
                </c:pt>
                <c:pt idx="213">
                  <c:v>42.6</c:v>
                </c:pt>
                <c:pt idx="214">
                  <c:v>42.8</c:v>
                </c:pt>
                <c:pt idx="215">
                  <c:v>43</c:v>
                </c:pt>
                <c:pt idx="216">
                  <c:v>43.2</c:v>
                </c:pt>
                <c:pt idx="217">
                  <c:v>43.4</c:v>
                </c:pt>
                <c:pt idx="218">
                  <c:v>43.6</c:v>
                </c:pt>
                <c:pt idx="219">
                  <c:v>43.8</c:v>
                </c:pt>
                <c:pt idx="220">
                  <c:v>44</c:v>
                </c:pt>
                <c:pt idx="221">
                  <c:v>44.2</c:v>
                </c:pt>
                <c:pt idx="222">
                  <c:v>44.4</c:v>
                </c:pt>
                <c:pt idx="223">
                  <c:v>44.6</c:v>
                </c:pt>
                <c:pt idx="224">
                  <c:v>44.8</c:v>
                </c:pt>
                <c:pt idx="225">
                  <c:v>45</c:v>
                </c:pt>
                <c:pt idx="226">
                  <c:v>45.2</c:v>
                </c:pt>
                <c:pt idx="227">
                  <c:v>45.4</c:v>
                </c:pt>
                <c:pt idx="228">
                  <c:v>45.6</c:v>
                </c:pt>
                <c:pt idx="229">
                  <c:v>45.8</c:v>
                </c:pt>
                <c:pt idx="230">
                  <c:v>46</c:v>
                </c:pt>
                <c:pt idx="231">
                  <c:v>46.2</c:v>
                </c:pt>
                <c:pt idx="232">
                  <c:v>46.4</c:v>
                </c:pt>
                <c:pt idx="233">
                  <c:v>46.6</c:v>
                </c:pt>
                <c:pt idx="234">
                  <c:v>46.8</c:v>
                </c:pt>
                <c:pt idx="235">
                  <c:v>47</c:v>
                </c:pt>
                <c:pt idx="236">
                  <c:v>47.2</c:v>
                </c:pt>
                <c:pt idx="237">
                  <c:v>47.4</c:v>
                </c:pt>
                <c:pt idx="238">
                  <c:v>47.6</c:v>
                </c:pt>
                <c:pt idx="239">
                  <c:v>47.8</c:v>
                </c:pt>
                <c:pt idx="240">
                  <c:v>48</c:v>
                </c:pt>
                <c:pt idx="241">
                  <c:v>48.2</c:v>
                </c:pt>
                <c:pt idx="242">
                  <c:v>48.4</c:v>
                </c:pt>
                <c:pt idx="243">
                  <c:v>48.6</c:v>
                </c:pt>
                <c:pt idx="244">
                  <c:v>48.8</c:v>
                </c:pt>
                <c:pt idx="245">
                  <c:v>49</c:v>
                </c:pt>
                <c:pt idx="246">
                  <c:v>49.2</c:v>
                </c:pt>
                <c:pt idx="247">
                  <c:v>49.4</c:v>
                </c:pt>
                <c:pt idx="248">
                  <c:v>49.6</c:v>
                </c:pt>
                <c:pt idx="249">
                  <c:v>49.8</c:v>
                </c:pt>
                <c:pt idx="250">
                  <c:v>50</c:v>
                </c:pt>
                <c:pt idx="251">
                  <c:v>50.2</c:v>
                </c:pt>
                <c:pt idx="252">
                  <c:v>50.4</c:v>
                </c:pt>
                <c:pt idx="253">
                  <c:v>50.6</c:v>
                </c:pt>
                <c:pt idx="254">
                  <c:v>50.8</c:v>
                </c:pt>
                <c:pt idx="255">
                  <c:v>51</c:v>
                </c:pt>
                <c:pt idx="256">
                  <c:v>51.2</c:v>
                </c:pt>
                <c:pt idx="257">
                  <c:v>51.4</c:v>
                </c:pt>
                <c:pt idx="258">
                  <c:v>51.6</c:v>
                </c:pt>
                <c:pt idx="259">
                  <c:v>51.8</c:v>
                </c:pt>
                <c:pt idx="260">
                  <c:v>52</c:v>
                </c:pt>
                <c:pt idx="261">
                  <c:v>52.2</c:v>
                </c:pt>
                <c:pt idx="262">
                  <c:v>52.4</c:v>
                </c:pt>
                <c:pt idx="263">
                  <c:v>52.6</c:v>
                </c:pt>
                <c:pt idx="264">
                  <c:v>52.8</c:v>
                </c:pt>
                <c:pt idx="265">
                  <c:v>53</c:v>
                </c:pt>
                <c:pt idx="266">
                  <c:v>53.2</c:v>
                </c:pt>
                <c:pt idx="267">
                  <c:v>53.4</c:v>
                </c:pt>
                <c:pt idx="268">
                  <c:v>53.6</c:v>
                </c:pt>
                <c:pt idx="269">
                  <c:v>53.8</c:v>
                </c:pt>
                <c:pt idx="270">
                  <c:v>54</c:v>
                </c:pt>
                <c:pt idx="271">
                  <c:v>54.2</c:v>
                </c:pt>
                <c:pt idx="272">
                  <c:v>54.4</c:v>
                </c:pt>
                <c:pt idx="273">
                  <c:v>54.6</c:v>
                </c:pt>
                <c:pt idx="274">
                  <c:v>54.8</c:v>
                </c:pt>
                <c:pt idx="275">
                  <c:v>55</c:v>
                </c:pt>
                <c:pt idx="276">
                  <c:v>55.2</c:v>
                </c:pt>
                <c:pt idx="277">
                  <c:v>55.4</c:v>
                </c:pt>
                <c:pt idx="278">
                  <c:v>55.6</c:v>
                </c:pt>
                <c:pt idx="279">
                  <c:v>55.8</c:v>
                </c:pt>
                <c:pt idx="280">
                  <c:v>56</c:v>
                </c:pt>
                <c:pt idx="281">
                  <c:v>56.2</c:v>
                </c:pt>
                <c:pt idx="282">
                  <c:v>56.4</c:v>
                </c:pt>
                <c:pt idx="283">
                  <c:v>56.6</c:v>
                </c:pt>
                <c:pt idx="284">
                  <c:v>56.8</c:v>
                </c:pt>
                <c:pt idx="285">
                  <c:v>57</c:v>
                </c:pt>
                <c:pt idx="286">
                  <c:v>57.2</c:v>
                </c:pt>
                <c:pt idx="287">
                  <c:v>57.4</c:v>
                </c:pt>
                <c:pt idx="288">
                  <c:v>57.6</c:v>
                </c:pt>
                <c:pt idx="289">
                  <c:v>57.8</c:v>
                </c:pt>
                <c:pt idx="290">
                  <c:v>58</c:v>
                </c:pt>
                <c:pt idx="291">
                  <c:v>58.2</c:v>
                </c:pt>
                <c:pt idx="292">
                  <c:v>58.4</c:v>
                </c:pt>
                <c:pt idx="293">
                  <c:v>58.6</c:v>
                </c:pt>
                <c:pt idx="294">
                  <c:v>58.8</c:v>
                </c:pt>
                <c:pt idx="295">
                  <c:v>59</c:v>
                </c:pt>
                <c:pt idx="296">
                  <c:v>59.2</c:v>
                </c:pt>
                <c:pt idx="297">
                  <c:v>59.4</c:v>
                </c:pt>
                <c:pt idx="298">
                  <c:v>59.6</c:v>
                </c:pt>
                <c:pt idx="299">
                  <c:v>59.8</c:v>
                </c:pt>
                <c:pt idx="300">
                  <c:v>60</c:v>
                </c:pt>
                <c:pt idx="301">
                  <c:v>60.2</c:v>
                </c:pt>
                <c:pt idx="302">
                  <c:v>60.4</c:v>
                </c:pt>
                <c:pt idx="303">
                  <c:v>60.6</c:v>
                </c:pt>
                <c:pt idx="304">
                  <c:v>60.8</c:v>
                </c:pt>
                <c:pt idx="305">
                  <c:v>61</c:v>
                </c:pt>
                <c:pt idx="306">
                  <c:v>61.2</c:v>
                </c:pt>
                <c:pt idx="307">
                  <c:v>61.4</c:v>
                </c:pt>
                <c:pt idx="308">
                  <c:v>61.6</c:v>
                </c:pt>
                <c:pt idx="309">
                  <c:v>61.8</c:v>
                </c:pt>
                <c:pt idx="310">
                  <c:v>62</c:v>
                </c:pt>
                <c:pt idx="311">
                  <c:v>62.2</c:v>
                </c:pt>
                <c:pt idx="312">
                  <c:v>62.4</c:v>
                </c:pt>
                <c:pt idx="313">
                  <c:v>62.6</c:v>
                </c:pt>
                <c:pt idx="314">
                  <c:v>62.8</c:v>
                </c:pt>
                <c:pt idx="315">
                  <c:v>63</c:v>
                </c:pt>
                <c:pt idx="316">
                  <c:v>63.2</c:v>
                </c:pt>
                <c:pt idx="317">
                  <c:v>63.4</c:v>
                </c:pt>
                <c:pt idx="318">
                  <c:v>63.6</c:v>
                </c:pt>
                <c:pt idx="319">
                  <c:v>63.8</c:v>
                </c:pt>
                <c:pt idx="320">
                  <c:v>64</c:v>
                </c:pt>
                <c:pt idx="321">
                  <c:v>64.2</c:v>
                </c:pt>
                <c:pt idx="322">
                  <c:v>64.400000000000006</c:v>
                </c:pt>
                <c:pt idx="323">
                  <c:v>64.599999999999994</c:v>
                </c:pt>
                <c:pt idx="324">
                  <c:v>64.8</c:v>
                </c:pt>
                <c:pt idx="325">
                  <c:v>65</c:v>
                </c:pt>
                <c:pt idx="326">
                  <c:v>65.2</c:v>
                </c:pt>
                <c:pt idx="327">
                  <c:v>65.400000000000006</c:v>
                </c:pt>
                <c:pt idx="328">
                  <c:v>65.599999999999994</c:v>
                </c:pt>
                <c:pt idx="329">
                  <c:v>65.8</c:v>
                </c:pt>
                <c:pt idx="330">
                  <c:v>66</c:v>
                </c:pt>
                <c:pt idx="331">
                  <c:v>66.2</c:v>
                </c:pt>
                <c:pt idx="332">
                  <c:v>66.400000000000006</c:v>
                </c:pt>
                <c:pt idx="333">
                  <c:v>66.599999999999994</c:v>
                </c:pt>
                <c:pt idx="334">
                  <c:v>66.8</c:v>
                </c:pt>
                <c:pt idx="335">
                  <c:v>67</c:v>
                </c:pt>
                <c:pt idx="336">
                  <c:v>67.2</c:v>
                </c:pt>
                <c:pt idx="337">
                  <c:v>67.400000000000006</c:v>
                </c:pt>
                <c:pt idx="338">
                  <c:v>67.599999999999994</c:v>
                </c:pt>
                <c:pt idx="339">
                  <c:v>67.8</c:v>
                </c:pt>
                <c:pt idx="340">
                  <c:v>68</c:v>
                </c:pt>
                <c:pt idx="341">
                  <c:v>68.2</c:v>
                </c:pt>
                <c:pt idx="342">
                  <c:v>68.400000000000006</c:v>
                </c:pt>
                <c:pt idx="343">
                  <c:v>68.599999999999994</c:v>
                </c:pt>
                <c:pt idx="344">
                  <c:v>68.8</c:v>
                </c:pt>
                <c:pt idx="345">
                  <c:v>69</c:v>
                </c:pt>
                <c:pt idx="346">
                  <c:v>69.2</c:v>
                </c:pt>
                <c:pt idx="347">
                  <c:v>69.400000000000006</c:v>
                </c:pt>
                <c:pt idx="348">
                  <c:v>69.599999999999994</c:v>
                </c:pt>
                <c:pt idx="349">
                  <c:v>69.8</c:v>
                </c:pt>
                <c:pt idx="350">
                  <c:v>70</c:v>
                </c:pt>
              </c:numCache>
            </c:numRef>
          </c:xVal>
          <c:yVal>
            <c:numRef>
              <c:f>Sheet1!$B$2:$B$352</c:f>
              <c:numCache>
                <c:formatCode>General</c:formatCode>
                <c:ptCount val="351"/>
                <c:pt idx="0">
                  <c:v>1</c:v>
                </c:pt>
                <c:pt idx="1">
                  <c:v>0.97809999999999997</c:v>
                </c:pt>
                <c:pt idx="2">
                  <c:v>0.9133</c:v>
                </c:pt>
                <c:pt idx="3">
                  <c:v>0.8085</c:v>
                </c:pt>
                <c:pt idx="4">
                  <c:v>0.66830000000000001</c:v>
                </c:pt>
                <c:pt idx="5">
                  <c:v>0.499</c:v>
                </c:pt>
                <c:pt idx="6">
                  <c:v>0.30790000000000001</c:v>
                </c:pt>
                <c:pt idx="7">
                  <c:v>0.1036</c:v>
                </c:pt>
                <c:pt idx="8">
                  <c:v>-0.1051</c:v>
                </c:pt>
                <c:pt idx="9">
                  <c:v>-0.30880000000000002</c:v>
                </c:pt>
                <c:pt idx="10">
                  <c:v>-0.49859999999999999</c:v>
                </c:pt>
                <c:pt idx="11">
                  <c:v>-0.6663</c:v>
                </c:pt>
                <c:pt idx="12">
                  <c:v>-0.80449999999999999</c:v>
                </c:pt>
                <c:pt idx="13">
                  <c:v>-0.90710000000000002</c:v>
                </c:pt>
                <c:pt idx="14">
                  <c:v>-0.96970000000000001</c:v>
                </c:pt>
                <c:pt idx="15">
                  <c:v>-0.98980000000000001</c:v>
                </c:pt>
                <c:pt idx="16">
                  <c:v>-0.96640000000000004</c:v>
                </c:pt>
                <c:pt idx="17">
                  <c:v>-0.90080000000000005</c:v>
                </c:pt>
                <c:pt idx="18">
                  <c:v>-0.79600000000000004</c:v>
                </c:pt>
                <c:pt idx="19">
                  <c:v>-0.65669999999999995</c:v>
                </c:pt>
                <c:pt idx="20">
                  <c:v>-0.48909999999999998</c:v>
                </c:pt>
                <c:pt idx="21">
                  <c:v>-0.30080000000000001</c:v>
                </c:pt>
                <c:pt idx="22">
                  <c:v>-0.1</c:v>
                </c:pt>
                <c:pt idx="23">
                  <c:v>0.10440000000000001</c:v>
                </c:pt>
                <c:pt idx="24">
                  <c:v>0.30330000000000001</c:v>
                </c:pt>
                <c:pt idx="25">
                  <c:v>0.48799999999999999</c:v>
                </c:pt>
                <c:pt idx="26">
                  <c:v>0.65059999999999996</c:v>
                </c:pt>
                <c:pt idx="27">
                  <c:v>0.78390000000000004</c:v>
                </c:pt>
                <c:pt idx="28">
                  <c:v>0.88229999999999997</c:v>
                </c:pt>
                <c:pt idx="29">
                  <c:v>0.9415</c:v>
                </c:pt>
                <c:pt idx="30">
                  <c:v>0.95930000000000004</c:v>
                </c:pt>
                <c:pt idx="31">
                  <c:v>0.93500000000000005</c:v>
                </c:pt>
                <c:pt idx="32">
                  <c:v>0.87</c:v>
                </c:pt>
                <c:pt idx="33">
                  <c:v>0.76729999999999998</c:v>
                </c:pt>
                <c:pt idx="34">
                  <c:v>0.63170000000000004</c:v>
                </c:pt>
                <c:pt idx="35">
                  <c:v>0.46929999999999999</c:v>
                </c:pt>
                <c:pt idx="36">
                  <c:v>0.28760000000000002</c:v>
                </c:pt>
                <c:pt idx="37">
                  <c:v>9.4500000000000001E-2</c:v>
                </c:pt>
                <c:pt idx="38">
                  <c:v>-0.1014</c:v>
                </c:pt>
                <c:pt idx="39">
                  <c:v>-0.29149999999999998</c:v>
                </c:pt>
                <c:pt idx="40">
                  <c:v>-0.46739999999999998</c:v>
                </c:pt>
                <c:pt idx="41">
                  <c:v>-0.62150000000000005</c:v>
                </c:pt>
                <c:pt idx="42">
                  <c:v>-0.74729999999999996</c:v>
                </c:pt>
                <c:pt idx="43">
                  <c:v>-0.83940000000000003</c:v>
                </c:pt>
                <c:pt idx="44">
                  <c:v>-0.89400000000000002</c:v>
                </c:pt>
                <c:pt idx="45">
                  <c:v>-0.90920000000000001</c:v>
                </c:pt>
                <c:pt idx="46">
                  <c:v>-0.88449999999999995</c:v>
                </c:pt>
                <c:pt idx="47">
                  <c:v>-0.82130000000000003</c:v>
                </c:pt>
                <c:pt idx="48">
                  <c:v>-0.72289999999999999</c:v>
                </c:pt>
                <c:pt idx="49">
                  <c:v>-0.59389999999999998</c:v>
                </c:pt>
                <c:pt idx="50">
                  <c:v>-0.44009999999999999</c:v>
                </c:pt>
                <c:pt idx="51">
                  <c:v>-0.26860000000000001</c:v>
                </c:pt>
                <c:pt idx="52">
                  <c:v>-8.7099999999999997E-2</c:v>
                </c:pt>
                <c:pt idx="53">
                  <c:v>9.6299999999999997E-2</c:v>
                </c:pt>
                <c:pt idx="54">
                  <c:v>0.27360000000000001</c:v>
                </c:pt>
                <c:pt idx="55">
                  <c:v>0.437</c:v>
                </c:pt>
                <c:pt idx="56">
                  <c:v>0.5796</c:v>
                </c:pt>
                <c:pt idx="57">
                  <c:v>0.69520000000000004</c:v>
                </c:pt>
                <c:pt idx="58">
                  <c:v>0.7792</c:v>
                </c:pt>
                <c:pt idx="59">
                  <c:v>0.82820000000000005</c:v>
                </c:pt>
                <c:pt idx="60">
                  <c:v>0.84040000000000004</c:v>
                </c:pt>
                <c:pt idx="61">
                  <c:v>0.81589999999999996</c:v>
                </c:pt>
                <c:pt idx="62">
                  <c:v>0.75600000000000001</c:v>
                </c:pt>
                <c:pt idx="63">
                  <c:v>0.66390000000000005</c:v>
                </c:pt>
                <c:pt idx="64">
                  <c:v>0.54400000000000004</c:v>
                </c:pt>
                <c:pt idx="65">
                  <c:v>0.40200000000000002</c:v>
                </c:pt>
                <c:pt idx="66">
                  <c:v>0.24440000000000001</c:v>
                </c:pt>
                <c:pt idx="67">
                  <c:v>7.8299999999999995E-2</c:v>
                </c:pt>
                <c:pt idx="68">
                  <c:v>-8.8900000000000007E-2</c:v>
                </c:pt>
                <c:pt idx="69">
                  <c:v>-0.24979999999999999</c:v>
                </c:pt>
                <c:pt idx="70">
                  <c:v>-0.39750000000000002</c:v>
                </c:pt>
                <c:pt idx="71">
                  <c:v>-0.52559999999999996</c:v>
                </c:pt>
                <c:pt idx="72">
                  <c:v>-0.62880000000000003</c:v>
                </c:pt>
                <c:pt idx="73">
                  <c:v>-0.70299999999999996</c:v>
                </c:pt>
                <c:pt idx="74">
                  <c:v>-0.74539999999999995</c:v>
                </c:pt>
                <c:pt idx="75">
                  <c:v>-0.75449999999999995</c:v>
                </c:pt>
                <c:pt idx="76">
                  <c:v>-0.73060000000000003</c:v>
                </c:pt>
                <c:pt idx="77">
                  <c:v>-0.67530000000000001</c:v>
                </c:pt>
                <c:pt idx="78">
                  <c:v>-0.59140000000000004</c:v>
                </c:pt>
                <c:pt idx="79">
                  <c:v>-0.48320000000000002</c:v>
                </c:pt>
                <c:pt idx="80">
                  <c:v>-0.35589999999999999</c:v>
                </c:pt>
                <c:pt idx="81">
                  <c:v>-0.21540000000000001</c:v>
                </c:pt>
                <c:pt idx="82">
                  <c:v>-6.8000000000000005E-2</c:v>
                </c:pt>
                <c:pt idx="83">
                  <c:v>7.9500000000000001E-2</c:v>
                </c:pt>
                <c:pt idx="84">
                  <c:v>0.22070000000000001</c:v>
                </c:pt>
                <c:pt idx="85">
                  <c:v>0.34960000000000002</c:v>
                </c:pt>
                <c:pt idx="86">
                  <c:v>0.46060000000000001</c:v>
                </c:pt>
                <c:pt idx="87">
                  <c:v>0.5494</c:v>
                </c:pt>
                <c:pt idx="88">
                  <c:v>0.61229999999999996</c:v>
                </c:pt>
                <c:pt idx="89">
                  <c:v>0.6472</c:v>
                </c:pt>
                <c:pt idx="90">
                  <c:v>0.6532</c:v>
                </c:pt>
                <c:pt idx="91">
                  <c:v>0.63049999999999995</c:v>
                </c:pt>
                <c:pt idx="92">
                  <c:v>0.58089999999999997</c:v>
                </c:pt>
                <c:pt idx="93">
                  <c:v>0.50700000000000001</c:v>
                </c:pt>
                <c:pt idx="94">
                  <c:v>0.4128</c:v>
                </c:pt>
                <c:pt idx="95">
                  <c:v>0.30280000000000001</c:v>
                </c:pt>
                <c:pt idx="96">
                  <c:v>0.18229999999999999</c:v>
                </c:pt>
                <c:pt idx="97">
                  <c:v>5.67E-2</c:v>
                </c:pt>
                <c:pt idx="98">
                  <c:v>-6.8099999999999994E-2</c:v>
                </c:pt>
                <c:pt idx="99">
                  <c:v>-0.18679999999999999</c:v>
                </c:pt>
                <c:pt idx="100">
                  <c:v>-0.29430000000000001</c:v>
                </c:pt>
                <c:pt idx="101">
                  <c:v>-0.38600000000000001</c:v>
                </c:pt>
                <c:pt idx="102">
                  <c:v>-0.45850000000000002</c:v>
                </c:pt>
                <c:pt idx="103">
                  <c:v>-0.50890000000000002</c:v>
                </c:pt>
                <c:pt idx="104">
                  <c:v>-0.53580000000000005</c:v>
                </c:pt>
                <c:pt idx="105">
                  <c:v>-0.53839999999999999</c:v>
                </c:pt>
                <c:pt idx="106">
                  <c:v>-0.51759999999999995</c:v>
                </c:pt>
                <c:pt idx="107">
                  <c:v>-0.47470000000000001</c:v>
                </c:pt>
                <c:pt idx="108">
                  <c:v>-0.41249999999999998</c:v>
                </c:pt>
                <c:pt idx="109">
                  <c:v>-0.3342</c:v>
                </c:pt>
                <c:pt idx="110">
                  <c:v>-0.24379999999999999</c:v>
                </c:pt>
                <c:pt idx="111">
                  <c:v>-0.14580000000000001</c:v>
                </c:pt>
                <c:pt idx="112">
                  <c:v>-4.4699999999999997E-2</c:v>
                </c:pt>
                <c:pt idx="113">
                  <c:v>5.5E-2</c:v>
                </c:pt>
                <c:pt idx="114">
                  <c:v>0.1487</c:v>
                </c:pt>
                <c:pt idx="115">
                  <c:v>0.2326</c:v>
                </c:pt>
                <c:pt idx="116">
                  <c:v>0.30330000000000001</c:v>
                </c:pt>
                <c:pt idx="117">
                  <c:v>0.35799999999999998</c:v>
                </c:pt>
                <c:pt idx="118">
                  <c:v>0.39500000000000002</c:v>
                </c:pt>
                <c:pt idx="119">
                  <c:v>0.4133</c:v>
                </c:pt>
                <c:pt idx="120">
                  <c:v>0.41270000000000001</c:v>
                </c:pt>
                <c:pt idx="121">
                  <c:v>0.39410000000000001</c:v>
                </c:pt>
                <c:pt idx="122">
                  <c:v>0.35899999999999999</c:v>
                </c:pt>
                <c:pt idx="123">
                  <c:v>0.30969999999999998</c:v>
                </c:pt>
                <c:pt idx="124">
                  <c:v>0.249</c:v>
                </c:pt>
                <c:pt idx="125">
                  <c:v>0.1802</c:v>
                </c:pt>
                <c:pt idx="126">
                  <c:v>0.1067</c:v>
                </c:pt>
                <c:pt idx="127">
                  <c:v>3.2000000000000001E-2</c:v>
                </c:pt>
                <c:pt idx="128">
                  <c:v>-4.0300000000000002E-2</c:v>
                </c:pt>
                <c:pt idx="129">
                  <c:v>-0.1072</c:v>
                </c:pt>
                <c:pt idx="130">
                  <c:v>-0.1658</c:v>
                </c:pt>
                <c:pt idx="131">
                  <c:v>-0.214</c:v>
                </c:pt>
                <c:pt idx="132">
                  <c:v>-0.25</c:v>
                </c:pt>
                <c:pt idx="133">
                  <c:v>-0.27279999999999999</c:v>
                </c:pt>
                <c:pt idx="134">
                  <c:v>-0.28220000000000001</c:v>
                </c:pt>
                <c:pt idx="135">
                  <c:v>-0.27850000000000003</c:v>
                </c:pt>
                <c:pt idx="136">
                  <c:v>-0.26269999999999999</c:v>
                </c:pt>
                <c:pt idx="137">
                  <c:v>-0.2361</c:v>
                </c:pt>
                <c:pt idx="138">
                  <c:v>-0.2009</c:v>
                </c:pt>
                <c:pt idx="139">
                  <c:v>-0.15909999999999999</c:v>
                </c:pt>
                <c:pt idx="140">
                  <c:v>-0.1132</c:v>
                </c:pt>
                <c:pt idx="141">
                  <c:v>-6.5799999999999997E-2</c:v>
                </c:pt>
                <c:pt idx="142">
                  <c:v>-1.9199999999999998E-2</c:v>
                </c:pt>
                <c:pt idx="143">
                  <c:v>2.4400000000000002E-2</c:v>
                </c:pt>
                <c:pt idx="144">
                  <c:v>6.3100000000000003E-2</c:v>
                </c:pt>
                <c:pt idx="145">
                  <c:v>9.5299999999999996E-2</c:v>
                </c:pt>
                <c:pt idx="146">
                  <c:v>0.12</c:v>
                </c:pt>
                <c:pt idx="147">
                  <c:v>0.1366</c:v>
                </c:pt>
                <c:pt idx="148">
                  <c:v>0.1449</c:v>
                </c:pt>
                <c:pt idx="149">
                  <c:v>0.14530000000000001</c:v>
                </c:pt>
                <c:pt idx="150">
                  <c:v>0.13869999999999999</c:v>
                </c:pt>
                <c:pt idx="151">
                  <c:v>0.12590000000000001</c:v>
                </c:pt>
                <c:pt idx="152">
                  <c:v>0.1086</c:v>
                </c:pt>
                <c:pt idx="153">
                  <c:v>8.8200000000000001E-2</c:v>
                </c:pt>
                <c:pt idx="154">
                  <c:v>6.6199999999999995E-2</c:v>
                </c:pt>
                <c:pt idx="155">
                  <c:v>4.4299999999999999E-2</c:v>
                </c:pt>
                <c:pt idx="156">
                  <c:v>2.4E-2</c:v>
                </c:pt>
                <c:pt idx="157">
                  <c:v>6.4000000000000003E-3</c:v>
                </c:pt>
                <c:pt idx="158">
                  <c:v>-7.6E-3</c:v>
                </c:pt>
                <c:pt idx="159">
                  <c:v>-1.7299999999999999E-2</c:v>
                </c:pt>
                <c:pt idx="160">
                  <c:v>-2.2499999999999999E-2</c:v>
                </c:pt>
                <c:pt idx="161">
                  <c:v>-2.3300000000000001E-2</c:v>
                </c:pt>
                <c:pt idx="162">
                  <c:v>-2.01E-2</c:v>
                </c:pt>
                <c:pt idx="163">
                  <c:v>-1.38E-2</c:v>
                </c:pt>
                <c:pt idx="164">
                  <c:v>-5.4000000000000003E-3</c:v>
                </c:pt>
                <c:pt idx="165">
                  <c:v>4.0000000000000001E-3</c:v>
                </c:pt>
                <c:pt idx="166">
                  <c:v>1.32E-2</c:v>
                </c:pt>
                <c:pt idx="167">
                  <c:v>2.1000000000000001E-2</c:v>
                </c:pt>
                <c:pt idx="168">
                  <c:v>2.6100000000000002E-2</c:v>
                </c:pt>
                <c:pt idx="169">
                  <c:v>2.7699999999999999E-2</c:v>
                </c:pt>
                <c:pt idx="170">
                  <c:v>2.5100000000000001E-2</c:v>
                </c:pt>
                <c:pt idx="171">
                  <c:v>1.7899999999999999E-2</c:v>
                </c:pt>
                <c:pt idx="172">
                  <c:v>6.1000000000000004E-3</c:v>
                </c:pt>
                <c:pt idx="173">
                  <c:v>-9.7999999999999997E-3</c:v>
                </c:pt>
                <c:pt idx="174">
                  <c:v>-2.93E-2</c:v>
                </c:pt>
                <c:pt idx="175">
                  <c:v>-5.1200000000000002E-2</c:v>
                </c:pt>
                <c:pt idx="176">
                  <c:v>-7.4300000000000005E-2</c:v>
                </c:pt>
                <c:pt idx="177">
                  <c:v>-9.7000000000000003E-2</c:v>
                </c:pt>
                <c:pt idx="178">
                  <c:v>-0.1177</c:v>
                </c:pt>
                <c:pt idx="179">
                  <c:v>-0.1348</c:v>
                </c:pt>
                <c:pt idx="180">
                  <c:v>-0.1467</c:v>
                </c:pt>
                <c:pt idx="181">
                  <c:v>-0.15210000000000001</c:v>
                </c:pt>
                <c:pt idx="182">
                  <c:v>-0.14990000000000001</c:v>
                </c:pt>
                <c:pt idx="183">
                  <c:v>-0.13950000000000001</c:v>
                </c:pt>
                <c:pt idx="184">
                  <c:v>-0.1207</c:v>
                </c:pt>
                <c:pt idx="185">
                  <c:v>-9.3600000000000003E-2</c:v>
                </c:pt>
                <c:pt idx="186">
                  <c:v>-5.8999999999999997E-2</c:v>
                </c:pt>
                <c:pt idx="187">
                  <c:v>-1.7999999999999999E-2</c:v>
                </c:pt>
                <c:pt idx="188">
                  <c:v>2.75E-2</c:v>
                </c:pt>
                <c:pt idx="189">
                  <c:v>7.5700000000000003E-2</c:v>
                </c:pt>
                <c:pt idx="190">
                  <c:v>0.12429999999999999</c:v>
                </c:pt>
                <c:pt idx="191">
                  <c:v>0.17069999999999999</c:v>
                </c:pt>
                <c:pt idx="192">
                  <c:v>0.21240000000000001</c:v>
                </c:pt>
                <c:pt idx="193">
                  <c:v>0.247</c:v>
                </c:pt>
                <c:pt idx="194">
                  <c:v>0.2722</c:v>
                </c:pt>
                <c:pt idx="195">
                  <c:v>0.2863</c:v>
                </c:pt>
                <c:pt idx="196">
                  <c:v>0.28770000000000001</c:v>
                </c:pt>
                <c:pt idx="197">
                  <c:v>0.27560000000000001</c:v>
                </c:pt>
                <c:pt idx="198">
                  <c:v>0.24979999999999999</c:v>
                </c:pt>
                <c:pt idx="199">
                  <c:v>0.2109</c:v>
                </c:pt>
                <c:pt idx="200">
                  <c:v>0.1598</c:v>
                </c:pt>
                <c:pt idx="201">
                  <c:v>9.8400000000000001E-2</c:v>
                </c:pt>
                <c:pt idx="202">
                  <c:v>2.92E-2</c:v>
                </c:pt>
                <c:pt idx="203">
                  <c:v>-4.5100000000000001E-2</c:v>
                </c:pt>
                <c:pt idx="204">
                  <c:v>-0.121</c:v>
                </c:pt>
                <c:pt idx="205">
                  <c:v>-0.1951</c:v>
                </c:pt>
                <c:pt idx="206">
                  <c:v>-0.26379999999999998</c:v>
                </c:pt>
                <c:pt idx="207">
                  <c:v>-0.32369999999999999</c:v>
                </c:pt>
                <c:pt idx="208">
                  <c:v>-0.37140000000000001</c:v>
                </c:pt>
                <c:pt idx="209">
                  <c:v>-0.4042</c:v>
                </c:pt>
                <c:pt idx="210">
                  <c:v>-0.42</c:v>
                </c:pt>
                <c:pt idx="211">
                  <c:v>-0.4173</c:v>
                </c:pt>
                <c:pt idx="212">
                  <c:v>-0.39550000000000002</c:v>
                </c:pt>
                <c:pt idx="213">
                  <c:v>-0.3548</c:v>
                </c:pt>
                <c:pt idx="214">
                  <c:v>-0.2964</c:v>
                </c:pt>
                <c:pt idx="215">
                  <c:v>-0.2223</c:v>
                </c:pt>
                <c:pt idx="216">
                  <c:v>-0.13550000000000001</c:v>
                </c:pt>
                <c:pt idx="217">
                  <c:v>-3.9300000000000002E-2</c:v>
                </c:pt>
                <c:pt idx="218">
                  <c:v>6.2100000000000002E-2</c:v>
                </c:pt>
                <c:pt idx="219">
                  <c:v>0.16420000000000001</c:v>
                </c:pt>
                <c:pt idx="220">
                  <c:v>0.26240000000000002</c:v>
                </c:pt>
                <c:pt idx="221">
                  <c:v>0.35189999999999999</c:v>
                </c:pt>
                <c:pt idx="222">
                  <c:v>0.42859999999999998</c:v>
                </c:pt>
                <c:pt idx="223">
                  <c:v>0.48830000000000001</c:v>
                </c:pt>
                <c:pt idx="224">
                  <c:v>0.52800000000000002</c:v>
                </c:pt>
                <c:pt idx="225">
                  <c:v>0.54510000000000003</c:v>
                </c:pt>
                <c:pt idx="226">
                  <c:v>0.5383</c:v>
                </c:pt>
                <c:pt idx="227">
                  <c:v>0.5071</c:v>
                </c:pt>
                <c:pt idx="228">
                  <c:v>0.45219999999999999</c:v>
                </c:pt>
                <c:pt idx="229">
                  <c:v>0.37559999999999999</c:v>
                </c:pt>
                <c:pt idx="230">
                  <c:v>0.28000000000000003</c:v>
                </c:pt>
                <c:pt idx="231">
                  <c:v>0.16930000000000001</c:v>
                </c:pt>
                <c:pt idx="232">
                  <c:v>4.82E-2</c:v>
                </c:pt>
                <c:pt idx="233">
                  <c:v>-7.8299999999999995E-2</c:v>
                </c:pt>
                <c:pt idx="234">
                  <c:v>-0.2044</c:v>
                </c:pt>
                <c:pt idx="235">
                  <c:v>-0.3246</c:v>
                </c:pt>
                <c:pt idx="236">
                  <c:v>-0.43309999999999998</c:v>
                </c:pt>
                <c:pt idx="237">
                  <c:v>-0.52490000000000003</c:v>
                </c:pt>
                <c:pt idx="238">
                  <c:v>-0.59540000000000004</c:v>
                </c:pt>
                <c:pt idx="239">
                  <c:v>-0.64100000000000001</c:v>
                </c:pt>
                <c:pt idx="240">
                  <c:v>-0.65910000000000002</c:v>
                </c:pt>
                <c:pt idx="241">
                  <c:v>-0.6482</c:v>
                </c:pt>
                <c:pt idx="242">
                  <c:v>-0.60809999999999997</c:v>
                </c:pt>
                <c:pt idx="243">
                  <c:v>-0.54020000000000001</c:v>
                </c:pt>
                <c:pt idx="244">
                  <c:v>-0.44679999999999997</c:v>
                </c:pt>
                <c:pt idx="245">
                  <c:v>-0.33160000000000001</c:v>
                </c:pt>
                <c:pt idx="246">
                  <c:v>-0.19939999999999999</c:v>
                </c:pt>
                <c:pt idx="247">
                  <c:v>-5.57E-2</c:v>
                </c:pt>
                <c:pt idx="248">
                  <c:v>9.3200000000000005E-2</c:v>
                </c:pt>
                <c:pt idx="249">
                  <c:v>0.24079999999999999</c:v>
                </c:pt>
                <c:pt idx="250">
                  <c:v>0.38040000000000002</c:v>
                </c:pt>
                <c:pt idx="251">
                  <c:v>0.50570000000000004</c:v>
                </c:pt>
                <c:pt idx="252">
                  <c:v>0.61070000000000002</c:v>
                </c:pt>
                <c:pt idx="253">
                  <c:v>0.6905</c:v>
                </c:pt>
                <c:pt idx="254">
                  <c:v>0.74099999999999999</c:v>
                </c:pt>
                <c:pt idx="255">
                  <c:v>0.75960000000000005</c:v>
                </c:pt>
                <c:pt idx="256">
                  <c:v>0.74470000000000003</c:v>
                </c:pt>
                <c:pt idx="257">
                  <c:v>0.6966</c:v>
                </c:pt>
                <c:pt idx="258">
                  <c:v>0.6169</c:v>
                </c:pt>
                <c:pt idx="259">
                  <c:v>0.50860000000000005</c:v>
                </c:pt>
                <c:pt idx="260">
                  <c:v>0.37619999999999998</c:v>
                </c:pt>
                <c:pt idx="261">
                  <c:v>0.22509999999999999</c:v>
                </c:pt>
                <c:pt idx="262">
                  <c:v>6.1800000000000001E-2</c:v>
                </c:pt>
                <c:pt idx="263">
                  <c:v>-0.1065</c:v>
                </c:pt>
                <c:pt idx="264">
                  <c:v>-0.27250000000000002</c:v>
                </c:pt>
                <c:pt idx="265">
                  <c:v>-0.42870000000000003</c:v>
                </c:pt>
                <c:pt idx="266">
                  <c:v>-0.56810000000000005</c:v>
                </c:pt>
                <c:pt idx="267">
                  <c:v>-0.68420000000000003</c:v>
                </c:pt>
                <c:pt idx="268">
                  <c:v>-0.77159999999999995</c:v>
                </c:pt>
                <c:pt idx="269">
                  <c:v>-0.82589999999999997</c:v>
                </c:pt>
                <c:pt idx="270">
                  <c:v>-0.84450000000000003</c:v>
                </c:pt>
                <c:pt idx="271">
                  <c:v>-0.82589999999999997</c:v>
                </c:pt>
                <c:pt idx="272">
                  <c:v>-0.77070000000000005</c:v>
                </c:pt>
                <c:pt idx="273">
                  <c:v>-0.68079999999999996</c:v>
                </c:pt>
                <c:pt idx="274">
                  <c:v>-0.55979999999999996</c:v>
                </c:pt>
                <c:pt idx="275">
                  <c:v>-0.4128</c:v>
                </c:pt>
                <c:pt idx="276">
                  <c:v>-0.24590000000000001</c:v>
                </c:pt>
                <c:pt idx="277">
                  <c:v>-6.6400000000000001E-2</c:v>
                </c:pt>
                <c:pt idx="278">
                  <c:v>0.1179</c:v>
                </c:pt>
                <c:pt idx="279">
                  <c:v>0.2989</c:v>
                </c:pt>
                <c:pt idx="280">
                  <c:v>0.46850000000000003</c:v>
                </c:pt>
                <c:pt idx="281">
                  <c:v>0.61909999999999998</c:v>
                </c:pt>
                <c:pt idx="282">
                  <c:v>0.74380000000000002</c:v>
                </c:pt>
                <c:pt idx="283">
                  <c:v>0.83689999999999998</c:v>
                </c:pt>
                <c:pt idx="284">
                  <c:v>0.89400000000000002</c:v>
                </c:pt>
                <c:pt idx="285">
                  <c:v>0.91210000000000002</c:v>
                </c:pt>
                <c:pt idx="286">
                  <c:v>0.89019999999999999</c:v>
                </c:pt>
                <c:pt idx="287">
                  <c:v>0.82889999999999997</c:v>
                </c:pt>
                <c:pt idx="288">
                  <c:v>0.73070000000000002</c:v>
                </c:pt>
                <c:pt idx="289">
                  <c:v>0.59940000000000004</c:v>
                </c:pt>
                <c:pt idx="290">
                  <c:v>0.44069999999999998</c:v>
                </c:pt>
                <c:pt idx="291">
                  <c:v>0.26150000000000001</c:v>
                </c:pt>
                <c:pt idx="292">
                  <c:v>6.9400000000000003E-2</c:v>
                </c:pt>
                <c:pt idx="293">
                  <c:v>-0.12709999999999999</c:v>
                </c:pt>
                <c:pt idx="294">
                  <c:v>-0.31940000000000002</c:v>
                </c:pt>
                <c:pt idx="295">
                  <c:v>-0.49890000000000001</c:v>
                </c:pt>
                <c:pt idx="296">
                  <c:v>-0.65759999999999996</c:v>
                </c:pt>
                <c:pt idx="297">
                  <c:v>-0.7883</c:v>
                </c:pt>
                <c:pt idx="298">
                  <c:v>-0.88519999999999999</c:v>
                </c:pt>
                <c:pt idx="299">
                  <c:v>-0.94369999999999998</c:v>
                </c:pt>
                <c:pt idx="300">
                  <c:v>-0.96109999999999995</c:v>
                </c:pt>
                <c:pt idx="301">
                  <c:v>-0.93620000000000003</c:v>
                </c:pt>
                <c:pt idx="302">
                  <c:v>-0.87009999999999998</c:v>
                </c:pt>
                <c:pt idx="303">
                  <c:v>-0.76539999999999997</c:v>
                </c:pt>
                <c:pt idx="304">
                  <c:v>-0.62660000000000005</c:v>
                </c:pt>
                <c:pt idx="305">
                  <c:v>-0.45950000000000002</c:v>
                </c:pt>
                <c:pt idx="306">
                  <c:v>-0.27150000000000002</c:v>
                </c:pt>
                <c:pt idx="307">
                  <c:v>-7.0800000000000002E-2</c:v>
                </c:pt>
                <c:pt idx="308">
                  <c:v>0.13389999999999999</c:v>
                </c:pt>
                <c:pt idx="309">
                  <c:v>0.33339999999999997</c:v>
                </c:pt>
                <c:pt idx="310">
                  <c:v>0.51910000000000001</c:v>
                </c:pt>
                <c:pt idx="311">
                  <c:v>0.68269999999999997</c:v>
                </c:pt>
                <c:pt idx="312">
                  <c:v>0.81679999999999997</c:v>
                </c:pt>
                <c:pt idx="313">
                  <c:v>0.91539999999999999</c:v>
                </c:pt>
                <c:pt idx="314">
                  <c:v>0.97419999999999995</c:v>
                </c:pt>
                <c:pt idx="315">
                  <c:v>0.99029999999999996</c:v>
                </c:pt>
                <c:pt idx="316">
                  <c:v>0.96309999999999996</c:v>
                </c:pt>
                <c:pt idx="317">
                  <c:v>0.89349999999999996</c:v>
                </c:pt>
                <c:pt idx="318">
                  <c:v>0.78449999999999998</c:v>
                </c:pt>
                <c:pt idx="319">
                  <c:v>0.64080000000000004</c:v>
                </c:pt>
                <c:pt idx="320">
                  <c:v>0.46879999999999999</c:v>
                </c:pt>
                <c:pt idx="321">
                  <c:v>0.27600000000000002</c:v>
                </c:pt>
                <c:pt idx="322">
                  <c:v>7.0699999999999999E-2</c:v>
                </c:pt>
                <c:pt idx="323">
                  <c:v>-0.13800000000000001</c:v>
                </c:pt>
                <c:pt idx="324">
                  <c:v>-0.34079999999999999</c:v>
                </c:pt>
                <c:pt idx="325">
                  <c:v>-0.52880000000000005</c:v>
                </c:pt>
                <c:pt idx="326">
                  <c:v>-0.69389999999999996</c:v>
                </c:pt>
                <c:pt idx="327">
                  <c:v>-0.82850000000000001</c:v>
                </c:pt>
                <c:pt idx="328">
                  <c:v>-0.92700000000000005</c:v>
                </c:pt>
                <c:pt idx="329">
                  <c:v>-0.98470000000000002</c:v>
                </c:pt>
                <c:pt idx="330">
                  <c:v>-0.99939999999999996</c:v>
                </c:pt>
                <c:pt idx="331">
                  <c:v>-0.97019999999999995</c:v>
                </c:pt>
                <c:pt idx="332">
                  <c:v>-0.89849999999999997</c:v>
                </c:pt>
                <c:pt idx="333">
                  <c:v>-0.78739999999999999</c:v>
                </c:pt>
                <c:pt idx="334">
                  <c:v>-0.64200000000000002</c:v>
                </c:pt>
                <c:pt idx="335">
                  <c:v>-0.46850000000000003</c:v>
                </c:pt>
                <c:pt idx="336">
                  <c:v>-0.2747</c:v>
                </c:pt>
                <c:pt idx="337">
                  <c:v>-6.9099999999999995E-2</c:v>
                </c:pt>
                <c:pt idx="338">
                  <c:v>0.13930000000000001</c:v>
                </c:pt>
                <c:pt idx="339">
                  <c:v>0.3412</c:v>
                </c:pt>
                <c:pt idx="340">
                  <c:v>0.52780000000000005</c:v>
                </c:pt>
                <c:pt idx="341">
                  <c:v>0.69089999999999996</c:v>
                </c:pt>
                <c:pt idx="342">
                  <c:v>0.82340000000000002</c:v>
                </c:pt>
                <c:pt idx="343">
                  <c:v>0.91949999999999998</c:v>
                </c:pt>
                <c:pt idx="344">
                  <c:v>0.97509999999999997</c:v>
                </c:pt>
                <c:pt idx="345">
                  <c:v>0.9879</c:v>
                </c:pt>
                <c:pt idx="346">
                  <c:v>0.95740000000000003</c:v>
                </c:pt>
                <c:pt idx="347">
                  <c:v>0.8851</c:v>
                </c:pt>
                <c:pt idx="348">
                  <c:v>0.77429999999999999</c:v>
                </c:pt>
                <c:pt idx="349">
                  <c:v>0.63</c:v>
                </c:pt>
                <c:pt idx="350">
                  <c:v>0.45860000000000001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FBC-364C-95B2-74F0343421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x₂(t)</c:v>
                </c:pt>
              </c:strCache>
            </c:strRef>
          </c:tx>
          <c:spPr>
            <a:ln w="19050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Sheet1!$A$2:$A$352</c:f>
              <c:numCache>
                <c:formatCode>General</c:formatCode>
                <c:ptCount val="351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2.2000000000000002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</c:v>
                </c:pt>
                <c:pt idx="21">
                  <c:v>4.2</c:v>
                </c:pt>
                <c:pt idx="22">
                  <c:v>4.4000000000000004</c:v>
                </c:pt>
                <c:pt idx="23">
                  <c:v>4.5999999999999996</c:v>
                </c:pt>
                <c:pt idx="24">
                  <c:v>4.8</c:v>
                </c:pt>
                <c:pt idx="25">
                  <c:v>5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6.8</c:v>
                </c:pt>
                <c:pt idx="35">
                  <c:v>7</c:v>
                </c:pt>
                <c:pt idx="36">
                  <c:v>7.2</c:v>
                </c:pt>
                <c:pt idx="37">
                  <c:v>7.4</c:v>
                </c:pt>
                <c:pt idx="38">
                  <c:v>7.6</c:v>
                </c:pt>
                <c:pt idx="39">
                  <c:v>7.8</c:v>
                </c:pt>
                <c:pt idx="40">
                  <c:v>8</c:v>
                </c:pt>
                <c:pt idx="41">
                  <c:v>8.1999999999999993</c:v>
                </c:pt>
                <c:pt idx="42">
                  <c:v>8.4</c:v>
                </c:pt>
                <c:pt idx="43">
                  <c:v>8.6</c:v>
                </c:pt>
                <c:pt idx="44">
                  <c:v>8.8000000000000007</c:v>
                </c:pt>
                <c:pt idx="45">
                  <c:v>9</c:v>
                </c:pt>
                <c:pt idx="46">
                  <c:v>9.1999999999999993</c:v>
                </c:pt>
                <c:pt idx="47">
                  <c:v>9.4</c:v>
                </c:pt>
                <c:pt idx="48">
                  <c:v>9.6</c:v>
                </c:pt>
                <c:pt idx="49">
                  <c:v>9.8000000000000007</c:v>
                </c:pt>
                <c:pt idx="50">
                  <c:v>10</c:v>
                </c:pt>
                <c:pt idx="51">
                  <c:v>10.199999999999999</c:v>
                </c:pt>
                <c:pt idx="52">
                  <c:v>10.4</c:v>
                </c:pt>
                <c:pt idx="53">
                  <c:v>10.6</c:v>
                </c:pt>
                <c:pt idx="54">
                  <c:v>10.8</c:v>
                </c:pt>
                <c:pt idx="55">
                  <c:v>11</c:v>
                </c:pt>
                <c:pt idx="56">
                  <c:v>11.2</c:v>
                </c:pt>
                <c:pt idx="57">
                  <c:v>11.4</c:v>
                </c:pt>
                <c:pt idx="58">
                  <c:v>11.6</c:v>
                </c:pt>
                <c:pt idx="59">
                  <c:v>11.8</c:v>
                </c:pt>
                <c:pt idx="60">
                  <c:v>12</c:v>
                </c:pt>
                <c:pt idx="61">
                  <c:v>12.2</c:v>
                </c:pt>
                <c:pt idx="62">
                  <c:v>12.4</c:v>
                </c:pt>
                <c:pt idx="63">
                  <c:v>12.6</c:v>
                </c:pt>
                <c:pt idx="64">
                  <c:v>12.8</c:v>
                </c:pt>
                <c:pt idx="65">
                  <c:v>13</c:v>
                </c:pt>
                <c:pt idx="66">
                  <c:v>13.2</c:v>
                </c:pt>
                <c:pt idx="67">
                  <c:v>13.4</c:v>
                </c:pt>
                <c:pt idx="68">
                  <c:v>13.6</c:v>
                </c:pt>
                <c:pt idx="69">
                  <c:v>13.8</c:v>
                </c:pt>
                <c:pt idx="70">
                  <c:v>14</c:v>
                </c:pt>
                <c:pt idx="71">
                  <c:v>14.2</c:v>
                </c:pt>
                <c:pt idx="72">
                  <c:v>14.4</c:v>
                </c:pt>
                <c:pt idx="73">
                  <c:v>14.6</c:v>
                </c:pt>
                <c:pt idx="74">
                  <c:v>14.8</c:v>
                </c:pt>
                <c:pt idx="75">
                  <c:v>15</c:v>
                </c:pt>
                <c:pt idx="76">
                  <c:v>15.2</c:v>
                </c:pt>
                <c:pt idx="77">
                  <c:v>15.4</c:v>
                </c:pt>
                <c:pt idx="78">
                  <c:v>15.6</c:v>
                </c:pt>
                <c:pt idx="79">
                  <c:v>15.8</c:v>
                </c:pt>
                <c:pt idx="80">
                  <c:v>16</c:v>
                </c:pt>
                <c:pt idx="81">
                  <c:v>16.2</c:v>
                </c:pt>
                <c:pt idx="82">
                  <c:v>16.399999999999999</c:v>
                </c:pt>
                <c:pt idx="83">
                  <c:v>16.600000000000001</c:v>
                </c:pt>
                <c:pt idx="84">
                  <c:v>16.8</c:v>
                </c:pt>
                <c:pt idx="85">
                  <c:v>17</c:v>
                </c:pt>
                <c:pt idx="86">
                  <c:v>17.2</c:v>
                </c:pt>
                <c:pt idx="87">
                  <c:v>17.399999999999999</c:v>
                </c:pt>
                <c:pt idx="88">
                  <c:v>17.600000000000001</c:v>
                </c:pt>
                <c:pt idx="89">
                  <c:v>17.8</c:v>
                </c:pt>
                <c:pt idx="90">
                  <c:v>18</c:v>
                </c:pt>
                <c:pt idx="91">
                  <c:v>18.2</c:v>
                </c:pt>
                <c:pt idx="92">
                  <c:v>18.399999999999999</c:v>
                </c:pt>
                <c:pt idx="93">
                  <c:v>18.600000000000001</c:v>
                </c:pt>
                <c:pt idx="94">
                  <c:v>18.8</c:v>
                </c:pt>
                <c:pt idx="95">
                  <c:v>19</c:v>
                </c:pt>
                <c:pt idx="96">
                  <c:v>19.2</c:v>
                </c:pt>
                <c:pt idx="97">
                  <c:v>19.399999999999999</c:v>
                </c:pt>
                <c:pt idx="98">
                  <c:v>19.600000000000001</c:v>
                </c:pt>
                <c:pt idx="99">
                  <c:v>19.8</c:v>
                </c:pt>
                <c:pt idx="100">
                  <c:v>20</c:v>
                </c:pt>
                <c:pt idx="101">
                  <c:v>20.2</c:v>
                </c:pt>
                <c:pt idx="102">
                  <c:v>20.399999999999999</c:v>
                </c:pt>
                <c:pt idx="103">
                  <c:v>20.6</c:v>
                </c:pt>
                <c:pt idx="104">
                  <c:v>20.8</c:v>
                </c:pt>
                <c:pt idx="105">
                  <c:v>21</c:v>
                </c:pt>
                <c:pt idx="106">
                  <c:v>21.2</c:v>
                </c:pt>
                <c:pt idx="107">
                  <c:v>21.4</c:v>
                </c:pt>
                <c:pt idx="108">
                  <c:v>21.6</c:v>
                </c:pt>
                <c:pt idx="109">
                  <c:v>21.8</c:v>
                </c:pt>
                <c:pt idx="110">
                  <c:v>22</c:v>
                </c:pt>
                <c:pt idx="111">
                  <c:v>22.2</c:v>
                </c:pt>
                <c:pt idx="112">
                  <c:v>22.4</c:v>
                </c:pt>
                <c:pt idx="113">
                  <c:v>22.6</c:v>
                </c:pt>
                <c:pt idx="114">
                  <c:v>22.8</c:v>
                </c:pt>
                <c:pt idx="115">
                  <c:v>23</c:v>
                </c:pt>
                <c:pt idx="116">
                  <c:v>23.2</c:v>
                </c:pt>
                <c:pt idx="117">
                  <c:v>23.4</c:v>
                </c:pt>
                <c:pt idx="118">
                  <c:v>23.6</c:v>
                </c:pt>
                <c:pt idx="119">
                  <c:v>23.8</c:v>
                </c:pt>
                <c:pt idx="120">
                  <c:v>24</c:v>
                </c:pt>
                <c:pt idx="121">
                  <c:v>24.2</c:v>
                </c:pt>
                <c:pt idx="122">
                  <c:v>24.4</c:v>
                </c:pt>
                <c:pt idx="123">
                  <c:v>24.6</c:v>
                </c:pt>
                <c:pt idx="124">
                  <c:v>24.8</c:v>
                </c:pt>
                <c:pt idx="125">
                  <c:v>25</c:v>
                </c:pt>
                <c:pt idx="126">
                  <c:v>25.2</c:v>
                </c:pt>
                <c:pt idx="127">
                  <c:v>25.4</c:v>
                </c:pt>
                <c:pt idx="128">
                  <c:v>25.6</c:v>
                </c:pt>
                <c:pt idx="129">
                  <c:v>25.8</c:v>
                </c:pt>
                <c:pt idx="130">
                  <c:v>26</c:v>
                </c:pt>
                <c:pt idx="131">
                  <c:v>26.2</c:v>
                </c:pt>
                <c:pt idx="132">
                  <c:v>26.4</c:v>
                </c:pt>
                <c:pt idx="133">
                  <c:v>26.6</c:v>
                </c:pt>
                <c:pt idx="134">
                  <c:v>26.8</c:v>
                </c:pt>
                <c:pt idx="135">
                  <c:v>27</c:v>
                </c:pt>
                <c:pt idx="136">
                  <c:v>27.2</c:v>
                </c:pt>
                <c:pt idx="137">
                  <c:v>27.4</c:v>
                </c:pt>
                <c:pt idx="138">
                  <c:v>27.6</c:v>
                </c:pt>
                <c:pt idx="139">
                  <c:v>27.8</c:v>
                </c:pt>
                <c:pt idx="140">
                  <c:v>28</c:v>
                </c:pt>
                <c:pt idx="141">
                  <c:v>28.2</c:v>
                </c:pt>
                <c:pt idx="142">
                  <c:v>28.4</c:v>
                </c:pt>
                <c:pt idx="143">
                  <c:v>28.6</c:v>
                </c:pt>
                <c:pt idx="144">
                  <c:v>28.8</c:v>
                </c:pt>
                <c:pt idx="145">
                  <c:v>29</c:v>
                </c:pt>
                <c:pt idx="146">
                  <c:v>29.2</c:v>
                </c:pt>
                <c:pt idx="147">
                  <c:v>29.4</c:v>
                </c:pt>
                <c:pt idx="148">
                  <c:v>29.6</c:v>
                </c:pt>
                <c:pt idx="149">
                  <c:v>29.8</c:v>
                </c:pt>
                <c:pt idx="150">
                  <c:v>30</c:v>
                </c:pt>
                <c:pt idx="151">
                  <c:v>30.2</c:v>
                </c:pt>
                <c:pt idx="152">
                  <c:v>30.4</c:v>
                </c:pt>
                <c:pt idx="153">
                  <c:v>30.6</c:v>
                </c:pt>
                <c:pt idx="154">
                  <c:v>30.8</c:v>
                </c:pt>
                <c:pt idx="155">
                  <c:v>31</c:v>
                </c:pt>
                <c:pt idx="156">
                  <c:v>31.2</c:v>
                </c:pt>
                <c:pt idx="157">
                  <c:v>31.4</c:v>
                </c:pt>
                <c:pt idx="158">
                  <c:v>31.6</c:v>
                </c:pt>
                <c:pt idx="159">
                  <c:v>31.8</c:v>
                </c:pt>
                <c:pt idx="160">
                  <c:v>32</c:v>
                </c:pt>
                <c:pt idx="161">
                  <c:v>32.200000000000003</c:v>
                </c:pt>
                <c:pt idx="162">
                  <c:v>32.4</c:v>
                </c:pt>
                <c:pt idx="163">
                  <c:v>32.6</c:v>
                </c:pt>
                <c:pt idx="164">
                  <c:v>32.799999999999997</c:v>
                </c:pt>
                <c:pt idx="165">
                  <c:v>33</c:v>
                </c:pt>
                <c:pt idx="166">
                  <c:v>33.200000000000003</c:v>
                </c:pt>
                <c:pt idx="167">
                  <c:v>33.4</c:v>
                </c:pt>
                <c:pt idx="168">
                  <c:v>33.6</c:v>
                </c:pt>
                <c:pt idx="169">
                  <c:v>33.799999999999997</c:v>
                </c:pt>
                <c:pt idx="170">
                  <c:v>34</c:v>
                </c:pt>
                <c:pt idx="171">
                  <c:v>34.200000000000003</c:v>
                </c:pt>
                <c:pt idx="172">
                  <c:v>34.4</c:v>
                </c:pt>
                <c:pt idx="173">
                  <c:v>34.6</c:v>
                </c:pt>
                <c:pt idx="174">
                  <c:v>34.799999999999997</c:v>
                </c:pt>
                <c:pt idx="175">
                  <c:v>35</c:v>
                </c:pt>
                <c:pt idx="176">
                  <c:v>35.200000000000003</c:v>
                </c:pt>
                <c:pt idx="177">
                  <c:v>35.4</c:v>
                </c:pt>
                <c:pt idx="178">
                  <c:v>35.6</c:v>
                </c:pt>
                <c:pt idx="179">
                  <c:v>35.799999999999997</c:v>
                </c:pt>
                <c:pt idx="180">
                  <c:v>36</c:v>
                </c:pt>
                <c:pt idx="181">
                  <c:v>36.200000000000003</c:v>
                </c:pt>
                <c:pt idx="182">
                  <c:v>36.4</c:v>
                </c:pt>
                <c:pt idx="183">
                  <c:v>36.6</c:v>
                </c:pt>
                <c:pt idx="184">
                  <c:v>36.799999999999997</c:v>
                </c:pt>
                <c:pt idx="185">
                  <c:v>37</c:v>
                </c:pt>
                <c:pt idx="186">
                  <c:v>37.200000000000003</c:v>
                </c:pt>
                <c:pt idx="187">
                  <c:v>37.4</c:v>
                </c:pt>
                <c:pt idx="188">
                  <c:v>37.6</c:v>
                </c:pt>
                <c:pt idx="189">
                  <c:v>37.799999999999997</c:v>
                </c:pt>
                <c:pt idx="190">
                  <c:v>38</c:v>
                </c:pt>
                <c:pt idx="191">
                  <c:v>38.200000000000003</c:v>
                </c:pt>
                <c:pt idx="192">
                  <c:v>38.4</c:v>
                </c:pt>
                <c:pt idx="193">
                  <c:v>38.6</c:v>
                </c:pt>
                <c:pt idx="194">
                  <c:v>38.799999999999997</c:v>
                </c:pt>
                <c:pt idx="195">
                  <c:v>39</c:v>
                </c:pt>
                <c:pt idx="196">
                  <c:v>39.200000000000003</c:v>
                </c:pt>
                <c:pt idx="197">
                  <c:v>39.4</c:v>
                </c:pt>
                <c:pt idx="198">
                  <c:v>39.6</c:v>
                </c:pt>
                <c:pt idx="199">
                  <c:v>39.799999999999997</c:v>
                </c:pt>
                <c:pt idx="200">
                  <c:v>40</c:v>
                </c:pt>
                <c:pt idx="201">
                  <c:v>40.200000000000003</c:v>
                </c:pt>
                <c:pt idx="202">
                  <c:v>40.4</c:v>
                </c:pt>
                <c:pt idx="203">
                  <c:v>40.6</c:v>
                </c:pt>
                <c:pt idx="204">
                  <c:v>40.799999999999997</c:v>
                </c:pt>
                <c:pt idx="205">
                  <c:v>41</c:v>
                </c:pt>
                <c:pt idx="206">
                  <c:v>41.2</c:v>
                </c:pt>
                <c:pt idx="207">
                  <c:v>41.4</c:v>
                </c:pt>
                <c:pt idx="208">
                  <c:v>41.6</c:v>
                </c:pt>
                <c:pt idx="209">
                  <c:v>41.8</c:v>
                </c:pt>
                <c:pt idx="210">
                  <c:v>42</c:v>
                </c:pt>
                <c:pt idx="211">
                  <c:v>42.2</c:v>
                </c:pt>
                <c:pt idx="212">
                  <c:v>42.4</c:v>
                </c:pt>
                <c:pt idx="213">
                  <c:v>42.6</c:v>
                </c:pt>
                <c:pt idx="214">
                  <c:v>42.8</c:v>
                </c:pt>
                <c:pt idx="215">
                  <c:v>43</c:v>
                </c:pt>
                <c:pt idx="216">
                  <c:v>43.2</c:v>
                </c:pt>
                <c:pt idx="217">
                  <c:v>43.4</c:v>
                </c:pt>
                <c:pt idx="218">
                  <c:v>43.6</c:v>
                </c:pt>
                <c:pt idx="219">
                  <c:v>43.8</c:v>
                </c:pt>
                <c:pt idx="220">
                  <c:v>44</c:v>
                </c:pt>
                <c:pt idx="221">
                  <c:v>44.2</c:v>
                </c:pt>
                <c:pt idx="222">
                  <c:v>44.4</c:v>
                </c:pt>
                <c:pt idx="223">
                  <c:v>44.6</c:v>
                </c:pt>
                <c:pt idx="224">
                  <c:v>44.8</c:v>
                </c:pt>
                <c:pt idx="225">
                  <c:v>45</c:v>
                </c:pt>
                <c:pt idx="226">
                  <c:v>45.2</c:v>
                </c:pt>
                <c:pt idx="227">
                  <c:v>45.4</c:v>
                </c:pt>
                <c:pt idx="228">
                  <c:v>45.6</c:v>
                </c:pt>
                <c:pt idx="229">
                  <c:v>45.8</c:v>
                </c:pt>
                <c:pt idx="230">
                  <c:v>46</c:v>
                </c:pt>
                <c:pt idx="231">
                  <c:v>46.2</c:v>
                </c:pt>
                <c:pt idx="232">
                  <c:v>46.4</c:v>
                </c:pt>
                <c:pt idx="233">
                  <c:v>46.6</c:v>
                </c:pt>
                <c:pt idx="234">
                  <c:v>46.8</c:v>
                </c:pt>
                <c:pt idx="235">
                  <c:v>47</c:v>
                </c:pt>
                <c:pt idx="236">
                  <c:v>47.2</c:v>
                </c:pt>
                <c:pt idx="237">
                  <c:v>47.4</c:v>
                </c:pt>
                <c:pt idx="238">
                  <c:v>47.6</c:v>
                </c:pt>
                <c:pt idx="239">
                  <c:v>47.8</c:v>
                </c:pt>
                <c:pt idx="240">
                  <c:v>48</c:v>
                </c:pt>
                <c:pt idx="241">
                  <c:v>48.2</c:v>
                </c:pt>
                <c:pt idx="242">
                  <c:v>48.4</c:v>
                </c:pt>
                <c:pt idx="243">
                  <c:v>48.6</c:v>
                </c:pt>
                <c:pt idx="244">
                  <c:v>48.8</c:v>
                </c:pt>
                <c:pt idx="245">
                  <c:v>49</c:v>
                </c:pt>
                <c:pt idx="246">
                  <c:v>49.2</c:v>
                </c:pt>
                <c:pt idx="247">
                  <c:v>49.4</c:v>
                </c:pt>
                <c:pt idx="248">
                  <c:v>49.6</c:v>
                </c:pt>
                <c:pt idx="249">
                  <c:v>49.8</c:v>
                </c:pt>
                <c:pt idx="250">
                  <c:v>50</c:v>
                </c:pt>
                <c:pt idx="251">
                  <c:v>50.2</c:v>
                </c:pt>
                <c:pt idx="252">
                  <c:v>50.4</c:v>
                </c:pt>
                <c:pt idx="253">
                  <c:v>50.6</c:v>
                </c:pt>
                <c:pt idx="254">
                  <c:v>50.8</c:v>
                </c:pt>
                <c:pt idx="255">
                  <c:v>51</c:v>
                </c:pt>
                <c:pt idx="256">
                  <c:v>51.2</c:v>
                </c:pt>
                <c:pt idx="257">
                  <c:v>51.4</c:v>
                </c:pt>
                <c:pt idx="258">
                  <c:v>51.6</c:v>
                </c:pt>
                <c:pt idx="259">
                  <c:v>51.8</c:v>
                </c:pt>
                <c:pt idx="260">
                  <c:v>52</c:v>
                </c:pt>
                <c:pt idx="261">
                  <c:v>52.2</c:v>
                </c:pt>
                <c:pt idx="262">
                  <c:v>52.4</c:v>
                </c:pt>
                <c:pt idx="263">
                  <c:v>52.6</c:v>
                </c:pt>
                <c:pt idx="264">
                  <c:v>52.8</c:v>
                </c:pt>
                <c:pt idx="265">
                  <c:v>53</c:v>
                </c:pt>
                <c:pt idx="266">
                  <c:v>53.2</c:v>
                </c:pt>
                <c:pt idx="267">
                  <c:v>53.4</c:v>
                </c:pt>
                <c:pt idx="268">
                  <c:v>53.6</c:v>
                </c:pt>
                <c:pt idx="269">
                  <c:v>53.8</c:v>
                </c:pt>
                <c:pt idx="270">
                  <c:v>54</c:v>
                </c:pt>
                <c:pt idx="271">
                  <c:v>54.2</c:v>
                </c:pt>
                <c:pt idx="272">
                  <c:v>54.4</c:v>
                </c:pt>
                <c:pt idx="273">
                  <c:v>54.6</c:v>
                </c:pt>
                <c:pt idx="274">
                  <c:v>54.8</c:v>
                </c:pt>
                <c:pt idx="275">
                  <c:v>55</c:v>
                </c:pt>
                <c:pt idx="276">
                  <c:v>55.2</c:v>
                </c:pt>
                <c:pt idx="277">
                  <c:v>55.4</c:v>
                </c:pt>
                <c:pt idx="278">
                  <c:v>55.6</c:v>
                </c:pt>
                <c:pt idx="279">
                  <c:v>55.8</c:v>
                </c:pt>
                <c:pt idx="280">
                  <c:v>56</c:v>
                </c:pt>
                <c:pt idx="281">
                  <c:v>56.2</c:v>
                </c:pt>
                <c:pt idx="282">
                  <c:v>56.4</c:v>
                </c:pt>
                <c:pt idx="283">
                  <c:v>56.6</c:v>
                </c:pt>
                <c:pt idx="284">
                  <c:v>56.8</c:v>
                </c:pt>
                <c:pt idx="285">
                  <c:v>57</c:v>
                </c:pt>
                <c:pt idx="286">
                  <c:v>57.2</c:v>
                </c:pt>
                <c:pt idx="287">
                  <c:v>57.4</c:v>
                </c:pt>
                <c:pt idx="288">
                  <c:v>57.6</c:v>
                </c:pt>
                <c:pt idx="289">
                  <c:v>57.8</c:v>
                </c:pt>
                <c:pt idx="290">
                  <c:v>58</c:v>
                </c:pt>
                <c:pt idx="291">
                  <c:v>58.2</c:v>
                </c:pt>
                <c:pt idx="292">
                  <c:v>58.4</c:v>
                </c:pt>
                <c:pt idx="293">
                  <c:v>58.6</c:v>
                </c:pt>
                <c:pt idx="294">
                  <c:v>58.8</c:v>
                </c:pt>
                <c:pt idx="295">
                  <c:v>59</c:v>
                </c:pt>
                <c:pt idx="296">
                  <c:v>59.2</c:v>
                </c:pt>
                <c:pt idx="297">
                  <c:v>59.4</c:v>
                </c:pt>
                <c:pt idx="298">
                  <c:v>59.6</c:v>
                </c:pt>
                <c:pt idx="299">
                  <c:v>59.8</c:v>
                </c:pt>
                <c:pt idx="300">
                  <c:v>60</c:v>
                </c:pt>
                <c:pt idx="301">
                  <c:v>60.2</c:v>
                </c:pt>
                <c:pt idx="302">
                  <c:v>60.4</c:v>
                </c:pt>
                <c:pt idx="303">
                  <c:v>60.6</c:v>
                </c:pt>
                <c:pt idx="304">
                  <c:v>60.8</c:v>
                </c:pt>
                <c:pt idx="305">
                  <c:v>61</c:v>
                </c:pt>
                <c:pt idx="306">
                  <c:v>61.2</c:v>
                </c:pt>
                <c:pt idx="307">
                  <c:v>61.4</c:v>
                </c:pt>
                <c:pt idx="308">
                  <c:v>61.6</c:v>
                </c:pt>
                <c:pt idx="309">
                  <c:v>61.8</c:v>
                </c:pt>
                <c:pt idx="310">
                  <c:v>62</c:v>
                </c:pt>
                <c:pt idx="311">
                  <c:v>62.2</c:v>
                </c:pt>
                <c:pt idx="312">
                  <c:v>62.4</c:v>
                </c:pt>
                <c:pt idx="313">
                  <c:v>62.6</c:v>
                </c:pt>
                <c:pt idx="314">
                  <c:v>62.8</c:v>
                </c:pt>
                <c:pt idx="315">
                  <c:v>63</c:v>
                </c:pt>
                <c:pt idx="316">
                  <c:v>63.2</c:v>
                </c:pt>
                <c:pt idx="317">
                  <c:v>63.4</c:v>
                </c:pt>
                <c:pt idx="318">
                  <c:v>63.6</c:v>
                </c:pt>
                <c:pt idx="319">
                  <c:v>63.8</c:v>
                </c:pt>
                <c:pt idx="320">
                  <c:v>64</c:v>
                </c:pt>
                <c:pt idx="321">
                  <c:v>64.2</c:v>
                </c:pt>
                <c:pt idx="322">
                  <c:v>64.400000000000006</c:v>
                </c:pt>
                <c:pt idx="323">
                  <c:v>64.599999999999994</c:v>
                </c:pt>
                <c:pt idx="324">
                  <c:v>64.8</c:v>
                </c:pt>
                <c:pt idx="325">
                  <c:v>65</c:v>
                </c:pt>
                <c:pt idx="326">
                  <c:v>65.2</c:v>
                </c:pt>
                <c:pt idx="327">
                  <c:v>65.400000000000006</c:v>
                </c:pt>
                <c:pt idx="328">
                  <c:v>65.599999999999994</c:v>
                </c:pt>
                <c:pt idx="329">
                  <c:v>65.8</c:v>
                </c:pt>
                <c:pt idx="330">
                  <c:v>66</c:v>
                </c:pt>
                <c:pt idx="331">
                  <c:v>66.2</c:v>
                </c:pt>
                <c:pt idx="332">
                  <c:v>66.400000000000006</c:v>
                </c:pt>
                <c:pt idx="333">
                  <c:v>66.599999999999994</c:v>
                </c:pt>
                <c:pt idx="334">
                  <c:v>66.8</c:v>
                </c:pt>
                <c:pt idx="335">
                  <c:v>67</c:v>
                </c:pt>
                <c:pt idx="336">
                  <c:v>67.2</c:v>
                </c:pt>
                <c:pt idx="337">
                  <c:v>67.400000000000006</c:v>
                </c:pt>
                <c:pt idx="338">
                  <c:v>67.599999999999994</c:v>
                </c:pt>
                <c:pt idx="339">
                  <c:v>67.8</c:v>
                </c:pt>
                <c:pt idx="340">
                  <c:v>68</c:v>
                </c:pt>
                <c:pt idx="341">
                  <c:v>68.2</c:v>
                </c:pt>
                <c:pt idx="342">
                  <c:v>68.400000000000006</c:v>
                </c:pt>
                <c:pt idx="343">
                  <c:v>68.599999999999994</c:v>
                </c:pt>
                <c:pt idx="344">
                  <c:v>68.8</c:v>
                </c:pt>
                <c:pt idx="345">
                  <c:v>69</c:v>
                </c:pt>
                <c:pt idx="346">
                  <c:v>69.2</c:v>
                </c:pt>
                <c:pt idx="347">
                  <c:v>69.400000000000006</c:v>
                </c:pt>
                <c:pt idx="348">
                  <c:v>69.599999999999994</c:v>
                </c:pt>
                <c:pt idx="349">
                  <c:v>69.8</c:v>
                </c:pt>
                <c:pt idx="350">
                  <c:v>70</c:v>
                </c:pt>
              </c:numCache>
            </c:numRef>
          </c:xVal>
          <c:yVal>
            <c:numRef>
              <c:f>Sheet1!$C$2:$C$352</c:f>
              <c:numCache>
                <c:formatCode>General</c:formatCode>
                <c:ptCount val="351"/>
                <c:pt idx="0">
                  <c:v>0</c:v>
                </c:pt>
                <c:pt idx="1">
                  <c:v>2E-3</c:v>
                </c:pt>
                <c:pt idx="2">
                  <c:v>7.7999999999999996E-3</c:v>
                </c:pt>
                <c:pt idx="3">
                  <c:v>1.6799999999999999E-2</c:v>
                </c:pt>
                <c:pt idx="4">
                  <c:v>2.8400000000000002E-2</c:v>
                </c:pt>
                <c:pt idx="5">
                  <c:v>4.1300000000000003E-2</c:v>
                </c:pt>
                <c:pt idx="6">
                  <c:v>5.4399999999999997E-2</c:v>
                </c:pt>
                <c:pt idx="7">
                  <c:v>6.6400000000000001E-2</c:v>
                </c:pt>
                <c:pt idx="8">
                  <c:v>7.5899999999999995E-2</c:v>
                </c:pt>
                <c:pt idx="9">
                  <c:v>8.1600000000000006E-2</c:v>
                </c:pt>
                <c:pt idx="10">
                  <c:v>8.2500000000000004E-2</c:v>
                </c:pt>
                <c:pt idx="11">
                  <c:v>7.7799999999999994E-2</c:v>
                </c:pt>
                <c:pt idx="12">
                  <c:v>6.7100000000000007E-2</c:v>
                </c:pt>
                <c:pt idx="13">
                  <c:v>5.0200000000000002E-2</c:v>
                </c:pt>
                <c:pt idx="14">
                  <c:v>2.75E-2</c:v>
                </c:pt>
                <c:pt idx="15">
                  <c:v>-2.0000000000000001E-4</c:v>
                </c:pt>
                <c:pt idx="16">
                  <c:v>-3.1899999999999998E-2</c:v>
                </c:pt>
                <c:pt idx="17">
                  <c:v>-6.6000000000000003E-2</c:v>
                </c:pt>
                <c:pt idx="18">
                  <c:v>-0.1007</c:v>
                </c:pt>
                <c:pt idx="19">
                  <c:v>-0.1343</c:v>
                </c:pt>
                <c:pt idx="20">
                  <c:v>-0.16450000000000001</c:v>
                </c:pt>
                <c:pt idx="21">
                  <c:v>-0.1895</c:v>
                </c:pt>
                <c:pt idx="22">
                  <c:v>-0.20730000000000001</c:v>
                </c:pt>
                <c:pt idx="23">
                  <c:v>-0.2165</c:v>
                </c:pt>
                <c:pt idx="24">
                  <c:v>-0.21579999999999999</c:v>
                </c:pt>
                <c:pt idx="25">
                  <c:v>-0.2044</c:v>
                </c:pt>
                <c:pt idx="26">
                  <c:v>-0.18210000000000001</c:v>
                </c:pt>
                <c:pt idx="27">
                  <c:v>-0.1492</c:v>
                </c:pt>
                <c:pt idx="28">
                  <c:v>-0.1067</c:v>
                </c:pt>
                <c:pt idx="29">
                  <c:v>-5.6000000000000001E-2</c:v>
                </c:pt>
                <c:pt idx="30">
                  <c:v>8.9999999999999998E-4</c:v>
                </c:pt>
                <c:pt idx="31">
                  <c:v>6.1600000000000002E-2</c:v>
                </c:pt>
                <c:pt idx="32">
                  <c:v>0.1232</c:v>
                </c:pt>
                <c:pt idx="33">
                  <c:v>0.183</c:v>
                </c:pt>
                <c:pt idx="34">
                  <c:v>0.23769999999999999</c:v>
                </c:pt>
                <c:pt idx="35">
                  <c:v>0.28460000000000002</c:v>
                </c:pt>
                <c:pt idx="36">
                  <c:v>0.32079999999999997</c:v>
                </c:pt>
                <c:pt idx="37">
                  <c:v>0.34410000000000002</c:v>
                </c:pt>
                <c:pt idx="38">
                  <c:v>0.35270000000000001</c:v>
                </c:pt>
                <c:pt idx="39">
                  <c:v>0.34539999999999998</c:v>
                </c:pt>
                <c:pt idx="40">
                  <c:v>0.32190000000000002</c:v>
                </c:pt>
                <c:pt idx="41">
                  <c:v>0.2823</c:v>
                </c:pt>
                <c:pt idx="42">
                  <c:v>0.22800000000000001</c:v>
                </c:pt>
                <c:pt idx="43">
                  <c:v>0.16059999999999999</c:v>
                </c:pt>
                <c:pt idx="44">
                  <c:v>8.2900000000000001E-2</c:v>
                </c:pt>
                <c:pt idx="45">
                  <c:v>-2E-3</c:v>
                </c:pt>
                <c:pt idx="46">
                  <c:v>-9.0399999999999994E-2</c:v>
                </c:pt>
                <c:pt idx="47">
                  <c:v>-0.1784</c:v>
                </c:pt>
                <c:pt idx="48">
                  <c:v>-0.26179999999999998</c:v>
                </c:pt>
                <c:pt idx="49">
                  <c:v>-0.33660000000000001</c:v>
                </c:pt>
                <c:pt idx="50">
                  <c:v>-0.39900000000000002</c:v>
                </c:pt>
                <c:pt idx="51">
                  <c:v>-0.4456</c:v>
                </c:pt>
                <c:pt idx="52">
                  <c:v>-0.4738</c:v>
                </c:pt>
                <c:pt idx="53">
                  <c:v>-0.48159999999999997</c:v>
                </c:pt>
                <c:pt idx="54">
                  <c:v>-0.46789999999999998</c:v>
                </c:pt>
                <c:pt idx="55">
                  <c:v>-0.43259999999999998</c:v>
                </c:pt>
                <c:pt idx="56">
                  <c:v>-0.37659999999999999</c:v>
                </c:pt>
                <c:pt idx="57">
                  <c:v>-0.30170000000000002</c:v>
                </c:pt>
                <c:pt idx="58">
                  <c:v>-0.2109</c:v>
                </c:pt>
                <c:pt idx="59">
                  <c:v>-0.10780000000000001</c:v>
                </c:pt>
                <c:pt idx="60">
                  <c:v>3.3999999999999998E-3</c:v>
                </c:pt>
                <c:pt idx="61">
                  <c:v>0.1178</c:v>
                </c:pt>
                <c:pt idx="62">
                  <c:v>0.23019999999999999</c:v>
                </c:pt>
                <c:pt idx="63">
                  <c:v>0.33550000000000002</c:v>
                </c:pt>
                <c:pt idx="64">
                  <c:v>0.42880000000000001</c:v>
                </c:pt>
                <c:pt idx="65">
                  <c:v>0.50539999999999996</c:v>
                </c:pt>
                <c:pt idx="66">
                  <c:v>0.5615</c:v>
                </c:pt>
                <c:pt idx="67">
                  <c:v>0.59389999999999998</c:v>
                </c:pt>
                <c:pt idx="68">
                  <c:v>0.60060000000000002</c:v>
                </c:pt>
                <c:pt idx="69">
                  <c:v>0.5806</c:v>
                </c:pt>
                <c:pt idx="70">
                  <c:v>0.53420000000000001</c:v>
                </c:pt>
                <c:pt idx="71">
                  <c:v>0.46279999999999999</c:v>
                </c:pt>
                <c:pt idx="72">
                  <c:v>0.36899999999999999</c:v>
                </c:pt>
                <c:pt idx="73">
                  <c:v>0.25650000000000001</c:v>
                </c:pt>
                <c:pt idx="74">
                  <c:v>0.13</c:v>
                </c:pt>
                <c:pt idx="75">
                  <c:v>-5.1999999999999998E-3</c:v>
                </c:pt>
                <c:pt idx="76">
                  <c:v>-0.1431</c:v>
                </c:pt>
                <c:pt idx="77">
                  <c:v>-0.2777</c:v>
                </c:pt>
                <c:pt idx="78">
                  <c:v>-0.4027</c:v>
                </c:pt>
                <c:pt idx="79">
                  <c:v>-0.51249999999999996</c:v>
                </c:pt>
                <c:pt idx="80">
                  <c:v>-0.60170000000000001</c:v>
                </c:pt>
                <c:pt idx="81">
                  <c:v>-0.66600000000000004</c:v>
                </c:pt>
                <c:pt idx="82">
                  <c:v>-0.70189999999999997</c:v>
                </c:pt>
                <c:pt idx="83">
                  <c:v>-0.70730000000000004</c:v>
                </c:pt>
                <c:pt idx="84">
                  <c:v>-0.68140000000000001</c:v>
                </c:pt>
                <c:pt idx="85">
                  <c:v>-0.62480000000000002</c:v>
                </c:pt>
                <c:pt idx="86">
                  <c:v>-0.5393</c:v>
                </c:pt>
                <c:pt idx="87">
                  <c:v>-0.4284</c:v>
                </c:pt>
                <c:pt idx="88">
                  <c:v>-0.29659999999999997</c:v>
                </c:pt>
                <c:pt idx="89">
                  <c:v>-0.14929999999999999</c:v>
                </c:pt>
                <c:pt idx="90">
                  <c:v>7.1999999999999998E-3</c:v>
                </c:pt>
                <c:pt idx="91">
                  <c:v>0.1658</c:v>
                </c:pt>
                <c:pt idx="92">
                  <c:v>0.31979999999999997</c:v>
                </c:pt>
                <c:pt idx="93">
                  <c:v>0.46200000000000002</c:v>
                </c:pt>
                <c:pt idx="94">
                  <c:v>0.58599999999999997</c:v>
                </c:pt>
                <c:pt idx="95">
                  <c:v>0.68589999999999995</c:v>
                </c:pt>
                <c:pt idx="96">
                  <c:v>0.75690000000000002</c:v>
                </c:pt>
                <c:pt idx="97">
                  <c:v>0.79549999999999998</c:v>
                </c:pt>
                <c:pt idx="98">
                  <c:v>0.79949999999999999</c:v>
                </c:pt>
                <c:pt idx="99">
                  <c:v>0.7681</c:v>
                </c:pt>
                <c:pt idx="100">
                  <c:v>0.70240000000000002</c:v>
                </c:pt>
                <c:pt idx="101">
                  <c:v>0.60460000000000003</c:v>
                </c:pt>
                <c:pt idx="102">
                  <c:v>0.4788</c:v>
                </c:pt>
                <c:pt idx="103">
                  <c:v>0.33019999999999999</c:v>
                </c:pt>
                <c:pt idx="104">
                  <c:v>0.16520000000000001</c:v>
                </c:pt>
                <c:pt idx="105">
                  <c:v>-9.2999999999999992E-3</c:v>
                </c:pt>
                <c:pt idx="106">
                  <c:v>-0.1855</c:v>
                </c:pt>
                <c:pt idx="107">
                  <c:v>-0.35560000000000003</c:v>
                </c:pt>
                <c:pt idx="108">
                  <c:v>-0.51200000000000001</c:v>
                </c:pt>
                <c:pt idx="109">
                  <c:v>-0.64759999999999995</c:v>
                </c:pt>
                <c:pt idx="110">
                  <c:v>-0.75609999999999999</c:v>
                </c:pt>
                <c:pt idx="111">
                  <c:v>-0.83250000000000002</c:v>
                </c:pt>
                <c:pt idx="112">
                  <c:v>-0.87290000000000001</c:v>
                </c:pt>
                <c:pt idx="113">
                  <c:v>-0.87529999999999997</c:v>
                </c:pt>
                <c:pt idx="114">
                  <c:v>-0.83899999999999997</c:v>
                </c:pt>
                <c:pt idx="115">
                  <c:v>-0.76539999999999997</c:v>
                </c:pt>
                <c:pt idx="116">
                  <c:v>-0.65739999999999998</c:v>
                </c:pt>
                <c:pt idx="117">
                  <c:v>-0.51919999999999999</c:v>
                </c:pt>
                <c:pt idx="118">
                  <c:v>-0.35699999999999998</c:v>
                </c:pt>
                <c:pt idx="119">
                  <c:v>-0.17749999999999999</c:v>
                </c:pt>
                <c:pt idx="120">
                  <c:v>1.15E-2</c:v>
                </c:pt>
                <c:pt idx="121">
                  <c:v>0.20150000000000001</c:v>
                </c:pt>
                <c:pt idx="122">
                  <c:v>0.38429999999999997</c:v>
                </c:pt>
                <c:pt idx="123">
                  <c:v>0.55169999999999997</c:v>
                </c:pt>
                <c:pt idx="124">
                  <c:v>0.69610000000000005</c:v>
                </c:pt>
                <c:pt idx="125">
                  <c:v>0.81100000000000005</c:v>
                </c:pt>
                <c:pt idx="126">
                  <c:v>0.8911</c:v>
                </c:pt>
                <c:pt idx="127">
                  <c:v>0.9325</c:v>
                </c:pt>
                <c:pt idx="128">
                  <c:v>0.93310000000000004</c:v>
                </c:pt>
                <c:pt idx="129">
                  <c:v>0.89270000000000005</c:v>
                </c:pt>
                <c:pt idx="130">
                  <c:v>0.81279999999999997</c:v>
                </c:pt>
                <c:pt idx="131">
                  <c:v>0.69650000000000001</c:v>
                </c:pt>
                <c:pt idx="132">
                  <c:v>0.54890000000000005</c:v>
                </c:pt>
                <c:pt idx="133">
                  <c:v>0.37619999999999998</c:v>
                </c:pt>
                <c:pt idx="134">
                  <c:v>0.18590000000000001</c:v>
                </c:pt>
                <c:pt idx="135">
                  <c:v>-1.3599999999999999E-2</c:v>
                </c:pt>
                <c:pt idx="136">
                  <c:v>-0.2137</c:v>
                </c:pt>
                <c:pt idx="137">
                  <c:v>-0.40539999999999998</c:v>
                </c:pt>
                <c:pt idx="138">
                  <c:v>-0.58030000000000004</c:v>
                </c:pt>
                <c:pt idx="139">
                  <c:v>-0.73050000000000004</c:v>
                </c:pt>
                <c:pt idx="140">
                  <c:v>-0.84940000000000004</c:v>
                </c:pt>
                <c:pt idx="141">
                  <c:v>-0.93140000000000001</c:v>
                </c:pt>
                <c:pt idx="142">
                  <c:v>-0.97289999999999999</c:v>
                </c:pt>
                <c:pt idx="143">
                  <c:v>-0.97189999999999999</c:v>
                </c:pt>
                <c:pt idx="144">
                  <c:v>-0.92810000000000004</c:v>
                </c:pt>
                <c:pt idx="145">
                  <c:v>-0.84340000000000004</c:v>
                </c:pt>
                <c:pt idx="146">
                  <c:v>-0.72130000000000005</c:v>
                </c:pt>
                <c:pt idx="147">
                  <c:v>-0.56720000000000004</c:v>
                </c:pt>
                <c:pt idx="148">
                  <c:v>-0.3876</c:v>
                </c:pt>
                <c:pt idx="149">
                  <c:v>-0.1905</c:v>
                </c:pt>
                <c:pt idx="150">
                  <c:v>1.5599999999999999E-2</c:v>
                </c:pt>
                <c:pt idx="151">
                  <c:v>0.2215</c:v>
                </c:pt>
                <c:pt idx="152">
                  <c:v>0.41820000000000002</c:v>
                </c:pt>
                <c:pt idx="153">
                  <c:v>0.59699999999999998</c:v>
                </c:pt>
                <c:pt idx="154">
                  <c:v>0.75</c:v>
                </c:pt>
                <c:pt idx="155">
                  <c:v>0.87039999999999995</c:v>
                </c:pt>
                <c:pt idx="156">
                  <c:v>0.95279999999999998</c:v>
                </c:pt>
                <c:pt idx="157">
                  <c:v>0.99350000000000005</c:v>
                </c:pt>
                <c:pt idx="158">
                  <c:v>0.99070000000000003</c:v>
                </c:pt>
                <c:pt idx="159">
                  <c:v>0.94440000000000002</c:v>
                </c:pt>
                <c:pt idx="160">
                  <c:v>0.85670000000000002</c:v>
                </c:pt>
                <c:pt idx="161">
                  <c:v>0.73129999999999995</c:v>
                </c:pt>
                <c:pt idx="162">
                  <c:v>0.57379999999999998</c:v>
                </c:pt>
                <c:pt idx="163">
                  <c:v>0.39100000000000001</c:v>
                </c:pt>
                <c:pt idx="164">
                  <c:v>0.191</c:v>
                </c:pt>
                <c:pt idx="165">
                  <c:v>-1.7299999999999999E-2</c:v>
                </c:pt>
                <c:pt idx="166">
                  <c:v>-0.22489999999999999</c:v>
                </c:pt>
                <c:pt idx="167">
                  <c:v>-0.42259999999999998</c:v>
                </c:pt>
                <c:pt idx="168">
                  <c:v>-0.60160000000000002</c:v>
                </c:pt>
                <c:pt idx="169">
                  <c:v>-0.75419999999999998</c:v>
                </c:pt>
                <c:pt idx="170">
                  <c:v>-0.87360000000000004</c:v>
                </c:pt>
                <c:pt idx="171">
                  <c:v>-0.95469999999999999</c:v>
                </c:pt>
                <c:pt idx="172">
                  <c:v>-0.99370000000000003</c:v>
                </c:pt>
                <c:pt idx="173">
                  <c:v>-0.98929999999999996</c:v>
                </c:pt>
                <c:pt idx="174">
                  <c:v>-0.94140000000000001</c:v>
                </c:pt>
                <c:pt idx="175">
                  <c:v>-0.85250000000000004</c:v>
                </c:pt>
                <c:pt idx="176">
                  <c:v>-0.72629999999999995</c:v>
                </c:pt>
                <c:pt idx="177">
                  <c:v>-0.56859999999999999</c:v>
                </c:pt>
                <c:pt idx="178">
                  <c:v>-0.38640000000000002</c:v>
                </c:pt>
                <c:pt idx="179">
                  <c:v>-0.18770000000000001</c:v>
                </c:pt>
                <c:pt idx="180">
                  <c:v>1.8700000000000001E-2</c:v>
                </c:pt>
                <c:pt idx="181">
                  <c:v>0.22370000000000001</c:v>
                </c:pt>
                <c:pt idx="182">
                  <c:v>0.41830000000000001</c:v>
                </c:pt>
                <c:pt idx="183">
                  <c:v>0.59389999999999998</c:v>
                </c:pt>
                <c:pt idx="184">
                  <c:v>0.74299999999999999</c:v>
                </c:pt>
                <c:pt idx="185">
                  <c:v>0.85899999999999999</c:v>
                </c:pt>
                <c:pt idx="186">
                  <c:v>0.93700000000000006</c:v>
                </c:pt>
                <c:pt idx="187">
                  <c:v>0.97360000000000002</c:v>
                </c:pt>
                <c:pt idx="188">
                  <c:v>0.96760000000000002</c:v>
                </c:pt>
                <c:pt idx="189">
                  <c:v>0.91920000000000002</c:v>
                </c:pt>
                <c:pt idx="190">
                  <c:v>0.83079999999999998</c:v>
                </c:pt>
                <c:pt idx="191">
                  <c:v>0.70650000000000002</c:v>
                </c:pt>
                <c:pt idx="192">
                  <c:v>0.55189999999999995</c:v>
                </c:pt>
                <c:pt idx="193">
                  <c:v>0.37390000000000001</c:v>
                </c:pt>
                <c:pt idx="194">
                  <c:v>0.18060000000000001</c:v>
                </c:pt>
                <c:pt idx="195">
                  <c:v>-1.9599999999999999E-2</c:v>
                </c:pt>
                <c:pt idx="196">
                  <c:v>-0.21779999999999999</c:v>
                </c:pt>
                <c:pt idx="197">
                  <c:v>-0.40529999999999999</c:v>
                </c:pt>
                <c:pt idx="198">
                  <c:v>-0.57399999999999995</c:v>
                </c:pt>
                <c:pt idx="199">
                  <c:v>-0.71650000000000003</c:v>
                </c:pt>
                <c:pt idx="200">
                  <c:v>-0.82669999999999999</c:v>
                </c:pt>
                <c:pt idx="201">
                  <c:v>-0.90010000000000001</c:v>
                </c:pt>
                <c:pt idx="202">
                  <c:v>-0.93359999999999999</c:v>
                </c:pt>
                <c:pt idx="203">
                  <c:v>-0.92610000000000003</c:v>
                </c:pt>
                <c:pt idx="204">
                  <c:v>-0.87819999999999998</c:v>
                </c:pt>
                <c:pt idx="205">
                  <c:v>-0.79220000000000002</c:v>
                </c:pt>
                <c:pt idx="206">
                  <c:v>-0.67230000000000001</c:v>
                </c:pt>
                <c:pt idx="207">
                  <c:v>-0.52400000000000002</c:v>
                </c:pt>
                <c:pt idx="208">
                  <c:v>-0.35389999999999999</c:v>
                </c:pt>
                <c:pt idx="209">
                  <c:v>-0.1699</c:v>
                </c:pt>
                <c:pt idx="210">
                  <c:v>0.02</c:v>
                </c:pt>
                <c:pt idx="211">
                  <c:v>0.2074</c:v>
                </c:pt>
                <c:pt idx="212">
                  <c:v>0.38400000000000001</c:v>
                </c:pt>
                <c:pt idx="213">
                  <c:v>0.54220000000000002</c:v>
                </c:pt>
                <c:pt idx="214">
                  <c:v>0.67520000000000002</c:v>
                </c:pt>
                <c:pt idx="215">
                  <c:v>0.77749999999999997</c:v>
                </c:pt>
                <c:pt idx="216">
                  <c:v>0.84470000000000001</c:v>
                </c:pt>
                <c:pt idx="217">
                  <c:v>0.87450000000000006</c:v>
                </c:pt>
                <c:pt idx="218">
                  <c:v>0.86570000000000003</c:v>
                </c:pt>
                <c:pt idx="219">
                  <c:v>0.81920000000000004</c:v>
                </c:pt>
                <c:pt idx="220">
                  <c:v>0.73750000000000004</c:v>
                </c:pt>
                <c:pt idx="221">
                  <c:v>0.62450000000000006</c:v>
                </c:pt>
                <c:pt idx="222">
                  <c:v>0.48549999999999999</c:v>
                </c:pt>
                <c:pt idx="223">
                  <c:v>0.32690000000000002</c:v>
                </c:pt>
                <c:pt idx="224">
                  <c:v>0.15590000000000001</c:v>
                </c:pt>
                <c:pt idx="225">
                  <c:v>-1.9800000000000002E-2</c:v>
                </c:pt>
                <c:pt idx="226">
                  <c:v>-0.1925</c:v>
                </c:pt>
                <c:pt idx="227">
                  <c:v>-0.35460000000000003</c:v>
                </c:pt>
                <c:pt idx="228">
                  <c:v>-0.49909999999999999</c:v>
                </c:pt>
                <c:pt idx="229">
                  <c:v>-0.62</c:v>
                </c:pt>
                <c:pt idx="230">
                  <c:v>-0.71220000000000006</c:v>
                </c:pt>
                <c:pt idx="231">
                  <c:v>-0.77210000000000001</c:v>
                </c:pt>
                <c:pt idx="232">
                  <c:v>-0.7974</c:v>
                </c:pt>
                <c:pt idx="233">
                  <c:v>-0.78759999999999997</c:v>
                </c:pt>
                <c:pt idx="234">
                  <c:v>-0.74360000000000004</c:v>
                </c:pt>
                <c:pt idx="235">
                  <c:v>-0.66779999999999995</c:v>
                </c:pt>
                <c:pt idx="236">
                  <c:v>-0.56399999999999995</c:v>
                </c:pt>
                <c:pt idx="237">
                  <c:v>-0.43719999999999998</c:v>
                </c:pt>
                <c:pt idx="238">
                  <c:v>-0.29330000000000001</c:v>
                </c:pt>
                <c:pt idx="239">
                  <c:v>-0.13900000000000001</c:v>
                </c:pt>
                <c:pt idx="240">
                  <c:v>1.89E-2</c:v>
                </c:pt>
                <c:pt idx="241">
                  <c:v>0.1734</c:v>
                </c:pt>
                <c:pt idx="242">
                  <c:v>0.31769999999999998</c:v>
                </c:pt>
                <c:pt idx="243">
                  <c:v>0.44569999999999999</c:v>
                </c:pt>
                <c:pt idx="244">
                  <c:v>0.55189999999999995</c:v>
                </c:pt>
                <c:pt idx="245">
                  <c:v>0.63219999999999998</c:v>
                </c:pt>
                <c:pt idx="246">
                  <c:v>0.6835</c:v>
                </c:pt>
                <c:pt idx="247">
                  <c:v>0.70399999999999996</c:v>
                </c:pt>
                <c:pt idx="248">
                  <c:v>0.69340000000000002</c:v>
                </c:pt>
                <c:pt idx="249">
                  <c:v>0.65280000000000005</c:v>
                </c:pt>
                <c:pt idx="250">
                  <c:v>0.58460000000000001</c:v>
                </c:pt>
                <c:pt idx="251">
                  <c:v>0.49220000000000003</c:v>
                </c:pt>
                <c:pt idx="252">
                  <c:v>0.38019999999999998</c:v>
                </c:pt>
                <c:pt idx="253">
                  <c:v>0.25409999999999999</c:v>
                </c:pt>
                <c:pt idx="254">
                  <c:v>0.1195</c:v>
                </c:pt>
                <c:pt idx="255">
                  <c:v>-1.7399999999999999E-2</c:v>
                </c:pt>
                <c:pt idx="256">
                  <c:v>-0.15049999999999999</c:v>
                </c:pt>
                <c:pt idx="257">
                  <c:v>-0.27410000000000001</c:v>
                </c:pt>
                <c:pt idx="258">
                  <c:v>-0.38279999999999997</c:v>
                </c:pt>
                <c:pt idx="259">
                  <c:v>-0.47239999999999999</c:v>
                </c:pt>
                <c:pt idx="260">
                  <c:v>-0.53920000000000001</c:v>
                </c:pt>
                <c:pt idx="261">
                  <c:v>-0.58079999999999998</c:v>
                </c:pt>
                <c:pt idx="262">
                  <c:v>-0.59619999999999995</c:v>
                </c:pt>
                <c:pt idx="263">
                  <c:v>-0.58509999999999995</c:v>
                </c:pt>
                <c:pt idx="264">
                  <c:v>-0.54879999999999995</c:v>
                </c:pt>
                <c:pt idx="265">
                  <c:v>-0.48959999999999998</c:v>
                </c:pt>
                <c:pt idx="266">
                  <c:v>-0.41049999999999998</c:v>
                </c:pt>
                <c:pt idx="267">
                  <c:v>-0.31580000000000003</c:v>
                </c:pt>
                <c:pt idx="268">
                  <c:v>-0.2099</c:v>
                </c:pt>
                <c:pt idx="269">
                  <c:v>-9.7900000000000001E-2</c:v>
                </c:pt>
                <c:pt idx="270">
                  <c:v>1.52E-2</c:v>
                </c:pt>
                <c:pt idx="271">
                  <c:v>0.1242</c:v>
                </c:pt>
                <c:pt idx="272">
                  <c:v>0.22450000000000001</c:v>
                </c:pt>
                <c:pt idx="273">
                  <c:v>0.31190000000000001</c:v>
                </c:pt>
                <c:pt idx="274">
                  <c:v>0.38290000000000002</c:v>
                </c:pt>
                <c:pt idx="275">
                  <c:v>0.43490000000000001</c:v>
                </c:pt>
                <c:pt idx="276">
                  <c:v>0.4662</c:v>
                </c:pt>
                <c:pt idx="277">
                  <c:v>0.47610000000000002</c:v>
                </c:pt>
                <c:pt idx="278">
                  <c:v>0.46489999999999998</c:v>
                </c:pt>
                <c:pt idx="279">
                  <c:v>0.43369999999999997</c:v>
                </c:pt>
                <c:pt idx="280">
                  <c:v>0.38469999999999999</c:v>
                </c:pt>
                <c:pt idx="281">
                  <c:v>0.32069999999999999</c:v>
                </c:pt>
                <c:pt idx="282">
                  <c:v>0.2452</c:v>
                </c:pt>
                <c:pt idx="283">
                  <c:v>0.1618</c:v>
                </c:pt>
                <c:pt idx="284">
                  <c:v>7.46E-2</c:v>
                </c:pt>
                <c:pt idx="285">
                  <c:v>-1.2200000000000001E-2</c:v>
                </c:pt>
                <c:pt idx="286">
                  <c:v>-9.5000000000000001E-2</c:v>
                </c:pt>
                <c:pt idx="287">
                  <c:v>-0.17</c:v>
                </c:pt>
                <c:pt idx="288">
                  <c:v>-0.23419999999999999</c:v>
                </c:pt>
                <c:pt idx="289">
                  <c:v>-0.2853</c:v>
                </c:pt>
                <c:pt idx="290">
                  <c:v>-0.3216</c:v>
                </c:pt>
                <c:pt idx="291">
                  <c:v>-0.34189999999999998</c:v>
                </c:pt>
                <c:pt idx="292">
                  <c:v>-0.3463</c:v>
                </c:pt>
                <c:pt idx="293">
                  <c:v>-0.33510000000000001</c:v>
                </c:pt>
                <c:pt idx="294">
                  <c:v>-0.30980000000000002</c:v>
                </c:pt>
                <c:pt idx="295">
                  <c:v>-0.2722</c:v>
                </c:pt>
                <c:pt idx="296">
                  <c:v>-0.22470000000000001</c:v>
                </c:pt>
                <c:pt idx="297">
                  <c:v>-0.1699</c:v>
                </c:pt>
                <c:pt idx="298">
                  <c:v>-0.11070000000000001</c:v>
                </c:pt>
                <c:pt idx="299">
                  <c:v>-5.0299999999999997E-2</c:v>
                </c:pt>
                <c:pt idx="300">
                  <c:v>8.6999999999999994E-3</c:v>
                </c:pt>
                <c:pt idx="301">
                  <c:v>6.3399999999999998E-2</c:v>
                </c:pt>
                <c:pt idx="302">
                  <c:v>0.1116</c:v>
                </c:pt>
                <c:pt idx="303">
                  <c:v>0.1515</c:v>
                </c:pt>
                <c:pt idx="304">
                  <c:v>0.1817</c:v>
                </c:pt>
                <c:pt idx="305">
                  <c:v>0.2014</c:v>
                </c:pt>
                <c:pt idx="306">
                  <c:v>0.21049999999999999</c:v>
                </c:pt>
                <c:pt idx="307">
                  <c:v>0.20930000000000001</c:v>
                </c:pt>
                <c:pt idx="308">
                  <c:v>0.1986</c:v>
                </c:pt>
                <c:pt idx="309">
                  <c:v>0.17979999999999999</c:v>
                </c:pt>
                <c:pt idx="310">
                  <c:v>0.15440000000000001</c:v>
                </c:pt>
                <c:pt idx="311">
                  <c:v>0.12429999999999999</c:v>
                </c:pt>
                <c:pt idx="312">
                  <c:v>9.1399999999999995E-2</c:v>
                </c:pt>
                <c:pt idx="313">
                  <c:v>5.7799999999999997E-2</c:v>
                </c:pt>
                <c:pt idx="314">
                  <c:v>2.53E-2</c:v>
                </c:pt>
                <c:pt idx="315">
                  <c:v>-4.4999999999999997E-3</c:v>
                </c:pt>
                <c:pt idx="316">
                  <c:v>-3.0099999999999998E-2</c:v>
                </c:pt>
                <c:pt idx="317">
                  <c:v>-5.0599999999999999E-2</c:v>
                </c:pt>
                <c:pt idx="318">
                  <c:v>-6.5299999999999997E-2</c:v>
                </c:pt>
                <c:pt idx="319">
                  <c:v>-7.3999999999999996E-2</c:v>
                </c:pt>
                <c:pt idx="320">
                  <c:v>-7.6999999999999999E-2</c:v>
                </c:pt>
                <c:pt idx="321">
                  <c:v>-7.4700000000000003E-2</c:v>
                </c:pt>
                <c:pt idx="322">
                  <c:v>-6.8000000000000005E-2</c:v>
                </c:pt>
                <c:pt idx="323">
                  <c:v>-5.8099999999999999E-2</c:v>
                </c:pt>
                <c:pt idx="324">
                  <c:v>-4.6199999999999998E-2</c:v>
                </c:pt>
                <c:pt idx="325">
                  <c:v>-3.3599999999999998E-2</c:v>
                </c:pt>
                <c:pt idx="326">
                  <c:v>-2.1600000000000001E-2</c:v>
                </c:pt>
                <c:pt idx="327">
                  <c:v>-1.15E-2</c:v>
                </c:pt>
                <c:pt idx="328">
                  <c:v>-4.1000000000000003E-3</c:v>
                </c:pt>
                <c:pt idx="329">
                  <c:v>-2.9999999999999997E-4</c:v>
                </c:pt>
                <c:pt idx="330">
                  <c:v>-2.9999999999999997E-4</c:v>
                </c:pt>
                <c:pt idx="331">
                  <c:v>-4.3E-3</c:v>
                </c:pt>
                <c:pt idx="332">
                  <c:v>-1.1900000000000001E-2</c:v>
                </c:pt>
                <c:pt idx="333">
                  <c:v>-2.2599999999999999E-2</c:v>
                </c:pt>
                <c:pt idx="334">
                  <c:v>-3.5400000000000001E-2</c:v>
                </c:pt>
                <c:pt idx="335">
                  <c:v>-4.9299999999999997E-2</c:v>
                </c:pt>
                <c:pt idx="336">
                  <c:v>-6.2799999999999995E-2</c:v>
                </c:pt>
                <c:pt idx="337">
                  <c:v>-7.4700000000000003E-2</c:v>
                </c:pt>
                <c:pt idx="338">
                  <c:v>-8.3500000000000005E-2</c:v>
                </c:pt>
                <c:pt idx="339">
                  <c:v>-8.8200000000000001E-2</c:v>
                </c:pt>
                <c:pt idx="340">
                  <c:v>-8.7599999999999997E-2</c:v>
                </c:pt>
                <c:pt idx="341">
                  <c:v>-8.1100000000000005E-2</c:v>
                </c:pt>
                <c:pt idx="342">
                  <c:v>-6.83E-2</c:v>
                </c:pt>
                <c:pt idx="343">
                  <c:v>-4.9200000000000001E-2</c:v>
                </c:pt>
                <c:pt idx="344">
                  <c:v>-2.4400000000000002E-2</c:v>
                </c:pt>
                <c:pt idx="345">
                  <c:v>5.4999999999999997E-3</c:v>
                </c:pt>
                <c:pt idx="346">
                  <c:v>3.9E-2</c:v>
                </c:pt>
                <c:pt idx="347">
                  <c:v>7.4499999999999997E-2</c:v>
                </c:pt>
                <c:pt idx="348">
                  <c:v>0.1104</c:v>
                </c:pt>
                <c:pt idx="349">
                  <c:v>0.14449999999999999</c:v>
                </c:pt>
                <c:pt idx="350">
                  <c:v>0.17469999999999999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FBC-364C-95B2-74F034342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time t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10"/>
      </c:valAx>
      <c:valAx>
        <c:axId val="2094734552"/>
        <c:scaling>
          <c:orientation val="minMax"/>
          <c:max val="1"/>
          <c:min val="-1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1</c:v>
                </c:pt>
              </c:strCache>
            </c:strRef>
          </c:tx>
          <c:spPr>
            <a:ln w="19050" cap="flat">
              <a:solidFill>
                <a:srgbClr val="152D4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52D42"/>
              </a:solidFill>
              <a:ln w="9525" cap="flat">
                <a:solidFill>
                  <a:srgbClr val="152D42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0.23930000000000001</c:v>
                </c:pt>
                <c:pt idx="2">
                  <c:v>0.4647</c:v>
                </c:pt>
                <c:pt idx="3">
                  <c:v>0.66310000000000002</c:v>
                </c:pt>
                <c:pt idx="4">
                  <c:v>0.82299999999999995</c:v>
                </c:pt>
                <c:pt idx="5">
                  <c:v>0.93500000000000005</c:v>
                </c:pt>
                <c:pt idx="6">
                  <c:v>0.99270000000000003</c:v>
                </c:pt>
                <c:pt idx="7">
                  <c:v>0.99270000000000003</c:v>
                </c:pt>
                <c:pt idx="8">
                  <c:v>0.93500000000000005</c:v>
                </c:pt>
                <c:pt idx="9">
                  <c:v>0.82299999999999995</c:v>
                </c:pt>
                <c:pt idx="10">
                  <c:v>0.66310000000000002</c:v>
                </c:pt>
                <c:pt idx="11">
                  <c:v>0.4647</c:v>
                </c:pt>
                <c:pt idx="12">
                  <c:v>0.23930000000000001</c:v>
                </c:pt>
                <c:pt idx="1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BD-A846-89C4-2463C589E4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2</c:v>
                </c:pt>
              </c:strCache>
            </c:strRef>
          </c:tx>
          <c:spPr>
            <a:ln w="19050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31F34"/>
              </a:solidFill>
              <a:ln w="9525" cap="flat">
                <a:solidFill>
                  <a:srgbClr val="A31F34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</c:numCache>
            </c:numRef>
          </c:xVal>
          <c:y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0.4647</c:v>
                </c:pt>
                <c:pt idx="2">
                  <c:v>0.82299999999999995</c:v>
                </c:pt>
                <c:pt idx="3">
                  <c:v>0.99270000000000003</c:v>
                </c:pt>
                <c:pt idx="4">
                  <c:v>0.93500000000000005</c:v>
                </c:pt>
                <c:pt idx="5">
                  <c:v>0.66310000000000002</c:v>
                </c:pt>
                <c:pt idx="6">
                  <c:v>0.23930000000000001</c:v>
                </c:pt>
                <c:pt idx="7">
                  <c:v>-0.23930000000000001</c:v>
                </c:pt>
                <c:pt idx="8">
                  <c:v>-0.66310000000000002</c:v>
                </c:pt>
                <c:pt idx="9">
                  <c:v>-0.93500000000000005</c:v>
                </c:pt>
                <c:pt idx="10">
                  <c:v>-0.99270000000000003</c:v>
                </c:pt>
                <c:pt idx="11">
                  <c:v>-0.82299999999999995</c:v>
                </c:pt>
                <c:pt idx="12">
                  <c:v>-0.4647</c:v>
                </c:pt>
                <c:pt idx="1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DBD-A846-89C4-2463C589E4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= 3</c:v>
                </c:pt>
              </c:strCache>
            </c:strRef>
          </c:tx>
          <c:spPr>
            <a:ln w="19050" cap="flat">
              <a:solidFill>
                <a:srgbClr val="7F8FA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7F8FA0"/>
              </a:solidFill>
              <a:ln w="9525" cap="flat">
                <a:solidFill>
                  <a:srgbClr val="7F8FA0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</c:numCache>
            </c:numRef>
          </c:xVal>
          <c:yVal>
            <c:numRef>
              <c:f>Sheet1!$D$2:$D$15</c:f>
              <c:numCache>
                <c:formatCode>General</c:formatCode>
                <c:ptCount val="14"/>
                <c:pt idx="0">
                  <c:v>0</c:v>
                </c:pt>
                <c:pt idx="1">
                  <c:v>0.66310000000000002</c:v>
                </c:pt>
                <c:pt idx="2">
                  <c:v>0.99270000000000003</c:v>
                </c:pt>
                <c:pt idx="3">
                  <c:v>0.82299999999999995</c:v>
                </c:pt>
                <c:pt idx="4">
                  <c:v>0.23930000000000001</c:v>
                </c:pt>
                <c:pt idx="5">
                  <c:v>-0.4647</c:v>
                </c:pt>
                <c:pt idx="6">
                  <c:v>-0.93500000000000005</c:v>
                </c:pt>
                <c:pt idx="7">
                  <c:v>-0.93500000000000005</c:v>
                </c:pt>
                <c:pt idx="8">
                  <c:v>-0.4647</c:v>
                </c:pt>
                <c:pt idx="9">
                  <c:v>0.23930000000000001</c:v>
                </c:pt>
                <c:pt idx="10">
                  <c:v>0.82299999999999995</c:v>
                </c:pt>
                <c:pt idx="11">
                  <c:v>0.99270000000000003</c:v>
                </c:pt>
                <c:pt idx="12">
                  <c:v>0.66310000000000002</c:v>
                </c:pt>
                <c:pt idx="1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DBD-A846-89C4-2463C589E4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3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bead j (n = 12; j = 0, 13 are the fixed ends)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1"/>
      </c:valAx>
      <c:valAx>
        <c:axId val="2094734552"/>
        <c:scaling>
          <c:orientation val="minMax"/>
          <c:max val="1"/>
          <c:min val="-1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string, ωₖ/ω₁</c:v>
                </c:pt>
              </c:strCache>
            </c:strRef>
          </c:tx>
          <c:spPr>
            <a:ln w="28575" cap="flat">
              <a:solidFill>
                <a:srgbClr val="152D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2D42"/>
              </a:solidFill>
              <a:ln w="9525" cap="flat">
                <a:solidFill>
                  <a:srgbClr val="152D42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1.9854000000000001</c:v>
                </c:pt>
                <c:pt idx="2">
                  <c:v>2.9419</c:v>
                </c:pt>
                <c:pt idx="3">
                  <c:v>3.8555000000000001</c:v>
                </c:pt>
                <c:pt idx="4">
                  <c:v>4.7127999999999997</c:v>
                </c:pt>
                <c:pt idx="5">
                  <c:v>5.5014000000000003</c:v>
                </c:pt>
                <c:pt idx="6">
                  <c:v>6.2098000000000004</c:v>
                </c:pt>
                <c:pt idx="7">
                  <c:v>6.8277000000000001</c:v>
                </c:pt>
                <c:pt idx="8">
                  <c:v>7.3459000000000003</c:v>
                </c:pt>
                <c:pt idx="9">
                  <c:v>7.7571000000000003</c:v>
                </c:pt>
                <c:pt idx="10">
                  <c:v>8.0551999999999992</c:v>
                </c:pt>
                <c:pt idx="11">
                  <c:v>8.2356999999999996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728-3F4B-B73C-CCD96F8F6E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harmonic series, k</c:v>
                </c:pt>
              </c:strCache>
            </c:strRef>
          </c:tx>
          <c:spPr>
            <a:ln w="28575" cap="flat">
              <a:solidFill>
                <a:srgbClr val="A31F34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728-3F4B-B73C-CCD96F8F6E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mode number k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2"/>
      </c:val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frequency ratio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P(N up)</c:v>
                </c:pt>
              </c:strCache>
            </c:strRef>
          </c:tx>
          <c:spPr>
            <a:ln w="28575" cap="flat">
              <a:solidFill>
                <a:srgbClr val="152D4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  <c:pt idx="11">
                  <c:v>5.5</c:v>
                </c:pt>
                <c:pt idx="12">
                  <c:v>6</c:v>
                </c:pt>
                <c:pt idx="13">
                  <c:v>6.5</c:v>
                </c:pt>
                <c:pt idx="14">
                  <c:v>7</c:v>
                </c:pt>
                <c:pt idx="15">
                  <c:v>7.5</c:v>
                </c:pt>
                <c:pt idx="16">
                  <c:v>8</c:v>
                </c:pt>
                <c:pt idx="17">
                  <c:v>8.5</c:v>
                </c:pt>
                <c:pt idx="18">
                  <c:v>9</c:v>
                </c:pt>
                <c:pt idx="19">
                  <c:v>9.5</c:v>
                </c:pt>
                <c:pt idx="20">
                  <c:v>10</c:v>
                </c:pt>
                <c:pt idx="21">
                  <c:v>10.5</c:v>
                </c:pt>
                <c:pt idx="22">
                  <c:v>11</c:v>
                </c:pt>
                <c:pt idx="23">
                  <c:v>11.5</c:v>
                </c:pt>
                <c:pt idx="24">
                  <c:v>12</c:v>
                </c:pt>
                <c:pt idx="25">
                  <c:v>12.5</c:v>
                </c:pt>
                <c:pt idx="26">
                  <c:v>13</c:v>
                </c:pt>
                <c:pt idx="27">
                  <c:v>13.5</c:v>
                </c:pt>
                <c:pt idx="28">
                  <c:v>14</c:v>
                </c:pt>
                <c:pt idx="29">
                  <c:v>14.5</c:v>
                </c:pt>
                <c:pt idx="30">
                  <c:v>15</c:v>
                </c:pt>
                <c:pt idx="31">
                  <c:v>15.5</c:v>
                </c:pt>
                <c:pt idx="32">
                  <c:v>16</c:v>
                </c:pt>
                <c:pt idx="33">
                  <c:v>16.5</c:v>
                </c:pt>
                <c:pt idx="34">
                  <c:v>17</c:v>
                </c:pt>
                <c:pt idx="35">
                  <c:v>17.5</c:v>
                </c:pt>
                <c:pt idx="36">
                  <c:v>18</c:v>
                </c:pt>
                <c:pt idx="37">
                  <c:v>18.5</c:v>
                </c:pt>
                <c:pt idx="38">
                  <c:v>19</c:v>
                </c:pt>
                <c:pt idx="39">
                  <c:v>19.5</c:v>
                </c:pt>
                <c:pt idx="40">
                  <c:v>20</c:v>
                </c:pt>
                <c:pt idx="41">
                  <c:v>20.5</c:v>
                </c:pt>
                <c:pt idx="42">
                  <c:v>21</c:v>
                </c:pt>
                <c:pt idx="43">
                  <c:v>21.5</c:v>
                </c:pt>
                <c:pt idx="44">
                  <c:v>22</c:v>
                </c:pt>
                <c:pt idx="45">
                  <c:v>22.5</c:v>
                </c:pt>
                <c:pt idx="46">
                  <c:v>23</c:v>
                </c:pt>
                <c:pt idx="47">
                  <c:v>23.5</c:v>
                </c:pt>
                <c:pt idx="48">
                  <c:v>24</c:v>
                </c:pt>
                <c:pt idx="49">
                  <c:v>24.5</c:v>
                </c:pt>
                <c:pt idx="50">
                  <c:v>25</c:v>
                </c:pt>
                <c:pt idx="51">
                  <c:v>25.5</c:v>
                </c:pt>
                <c:pt idx="52">
                  <c:v>26</c:v>
                </c:pt>
                <c:pt idx="53">
                  <c:v>26.5</c:v>
                </c:pt>
                <c:pt idx="54">
                  <c:v>27</c:v>
                </c:pt>
                <c:pt idx="55">
                  <c:v>27.5</c:v>
                </c:pt>
                <c:pt idx="56">
                  <c:v>28</c:v>
                </c:pt>
                <c:pt idx="57">
                  <c:v>28.5</c:v>
                </c:pt>
                <c:pt idx="58">
                  <c:v>29</c:v>
                </c:pt>
                <c:pt idx="59">
                  <c:v>29.5</c:v>
                </c:pt>
                <c:pt idx="60">
                  <c:v>30</c:v>
                </c:pt>
                <c:pt idx="61">
                  <c:v>30.5</c:v>
                </c:pt>
                <c:pt idx="62">
                  <c:v>31</c:v>
                </c:pt>
                <c:pt idx="63">
                  <c:v>31.5</c:v>
                </c:pt>
                <c:pt idx="64">
                  <c:v>32</c:v>
                </c:pt>
                <c:pt idx="65">
                  <c:v>32.5</c:v>
                </c:pt>
                <c:pt idx="66">
                  <c:v>33</c:v>
                </c:pt>
                <c:pt idx="67">
                  <c:v>33.5</c:v>
                </c:pt>
                <c:pt idx="68">
                  <c:v>34</c:v>
                </c:pt>
                <c:pt idx="69">
                  <c:v>34.5</c:v>
                </c:pt>
                <c:pt idx="70">
                  <c:v>35</c:v>
                </c:pt>
                <c:pt idx="71">
                  <c:v>35.5</c:v>
                </c:pt>
                <c:pt idx="72">
                  <c:v>36</c:v>
                </c:pt>
                <c:pt idx="73">
                  <c:v>36.5</c:v>
                </c:pt>
                <c:pt idx="74">
                  <c:v>37</c:v>
                </c:pt>
                <c:pt idx="75">
                  <c:v>37.5</c:v>
                </c:pt>
                <c:pt idx="76">
                  <c:v>38</c:v>
                </c:pt>
                <c:pt idx="77">
                  <c:v>38.5</c:v>
                </c:pt>
                <c:pt idx="78">
                  <c:v>39</c:v>
                </c:pt>
                <c:pt idx="79">
                  <c:v>39.5</c:v>
                </c:pt>
                <c:pt idx="80">
                  <c:v>40</c:v>
                </c:pt>
                <c:pt idx="81">
                  <c:v>40.5</c:v>
                </c:pt>
                <c:pt idx="82">
                  <c:v>41</c:v>
                </c:pt>
                <c:pt idx="83">
                  <c:v>41.5</c:v>
                </c:pt>
                <c:pt idx="84">
                  <c:v>42</c:v>
                </c:pt>
                <c:pt idx="85">
                  <c:v>42.5</c:v>
                </c:pt>
                <c:pt idx="86">
                  <c:v>43</c:v>
                </c:pt>
                <c:pt idx="87">
                  <c:v>43.5</c:v>
                </c:pt>
                <c:pt idx="88">
                  <c:v>44</c:v>
                </c:pt>
                <c:pt idx="89">
                  <c:v>44.5</c:v>
                </c:pt>
                <c:pt idx="90">
                  <c:v>45</c:v>
                </c:pt>
                <c:pt idx="91">
                  <c:v>45.5</c:v>
                </c:pt>
                <c:pt idx="92">
                  <c:v>46</c:v>
                </c:pt>
                <c:pt idx="93">
                  <c:v>46.5</c:v>
                </c:pt>
                <c:pt idx="94">
                  <c:v>47</c:v>
                </c:pt>
                <c:pt idx="95">
                  <c:v>47.5</c:v>
                </c:pt>
                <c:pt idx="96">
                  <c:v>48</c:v>
                </c:pt>
                <c:pt idx="97">
                  <c:v>48.5</c:v>
                </c:pt>
                <c:pt idx="98">
                  <c:v>49</c:v>
                </c:pt>
                <c:pt idx="99">
                  <c:v>49.5</c:v>
                </c:pt>
                <c:pt idx="100">
                  <c:v>50</c:v>
                </c:pt>
                <c:pt idx="101">
                  <c:v>50.5</c:v>
                </c:pt>
                <c:pt idx="102">
                  <c:v>51</c:v>
                </c:pt>
                <c:pt idx="103">
                  <c:v>51.5</c:v>
                </c:pt>
                <c:pt idx="104">
                  <c:v>52</c:v>
                </c:pt>
                <c:pt idx="105">
                  <c:v>52.5</c:v>
                </c:pt>
                <c:pt idx="106">
                  <c:v>53</c:v>
                </c:pt>
                <c:pt idx="107">
                  <c:v>53.5</c:v>
                </c:pt>
                <c:pt idx="108">
                  <c:v>54</c:v>
                </c:pt>
                <c:pt idx="109">
                  <c:v>54.5</c:v>
                </c:pt>
                <c:pt idx="110">
                  <c:v>55</c:v>
                </c:pt>
                <c:pt idx="111">
                  <c:v>55.5</c:v>
                </c:pt>
                <c:pt idx="112">
                  <c:v>56</c:v>
                </c:pt>
                <c:pt idx="113">
                  <c:v>56.5</c:v>
                </c:pt>
                <c:pt idx="114">
                  <c:v>57</c:v>
                </c:pt>
                <c:pt idx="115">
                  <c:v>57.5</c:v>
                </c:pt>
                <c:pt idx="116">
                  <c:v>58</c:v>
                </c:pt>
                <c:pt idx="117">
                  <c:v>58.5</c:v>
                </c:pt>
                <c:pt idx="118">
                  <c:v>59</c:v>
                </c:pt>
                <c:pt idx="119">
                  <c:v>59.5</c:v>
                </c:pt>
                <c:pt idx="120">
                  <c:v>60</c:v>
                </c:pt>
                <c:pt idx="121">
                  <c:v>60.5</c:v>
                </c:pt>
                <c:pt idx="122">
                  <c:v>61</c:v>
                </c:pt>
                <c:pt idx="123">
                  <c:v>61.5</c:v>
                </c:pt>
                <c:pt idx="124">
                  <c:v>62</c:v>
                </c:pt>
                <c:pt idx="125">
                  <c:v>62.5</c:v>
                </c:pt>
                <c:pt idx="126">
                  <c:v>63</c:v>
                </c:pt>
                <c:pt idx="127">
                  <c:v>63.5</c:v>
                </c:pt>
                <c:pt idx="128">
                  <c:v>64</c:v>
                </c:pt>
                <c:pt idx="129">
                  <c:v>64.5</c:v>
                </c:pt>
                <c:pt idx="130">
                  <c:v>65</c:v>
                </c:pt>
                <c:pt idx="131">
                  <c:v>65.5</c:v>
                </c:pt>
                <c:pt idx="132">
                  <c:v>66</c:v>
                </c:pt>
                <c:pt idx="133">
                  <c:v>66.5</c:v>
                </c:pt>
                <c:pt idx="134">
                  <c:v>67</c:v>
                </c:pt>
                <c:pt idx="135">
                  <c:v>67.5</c:v>
                </c:pt>
                <c:pt idx="136">
                  <c:v>68</c:v>
                </c:pt>
                <c:pt idx="137">
                  <c:v>68.5</c:v>
                </c:pt>
                <c:pt idx="138">
                  <c:v>69</c:v>
                </c:pt>
                <c:pt idx="139">
                  <c:v>69.5</c:v>
                </c:pt>
                <c:pt idx="140">
                  <c:v>70</c:v>
                </c:pt>
                <c:pt idx="141">
                  <c:v>70.5</c:v>
                </c:pt>
                <c:pt idx="142">
                  <c:v>71</c:v>
                </c:pt>
                <c:pt idx="143">
                  <c:v>71.5</c:v>
                </c:pt>
                <c:pt idx="144">
                  <c:v>72</c:v>
                </c:pt>
                <c:pt idx="145">
                  <c:v>72.5</c:v>
                </c:pt>
                <c:pt idx="146">
                  <c:v>73</c:v>
                </c:pt>
                <c:pt idx="147">
                  <c:v>73.5</c:v>
                </c:pt>
                <c:pt idx="148">
                  <c:v>74</c:v>
                </c:pt>
                <c:pt idx="149">
                  <c:v>74.5</c:v>
                </c:pt>
                <c:pt idx="150">
                  <c:v>75</c:v>
                </c:pt>
                <c:pt idx="151">
                  <c:v>75.5</c:v>
                </c:pt>
                <c:pt idx="152">
                  <c:v>76</c:v>
                </c:pt>
                <c:pt idx="153">
                  <c:v>76.5</c:v>
                </c:pt>
                <c:pt idx="154">
                  <c:v>77</c:v>
                </c:pt>
                <c:pt idx="155">
                  <c:v>77.5</c:v>
                </c:pt>
                <c:pt idx="156">
                  <c:v>78</c:v>
                </c:pt>
                <c:pt idx="157">
                  <c:v>78.5</c:v>
                </c:pt>
                <c:pt idx="158">
                  <c:v>79</c:v>
                </c:pt>
                <c:pt idx="159">
                  <c:v>79.5</c:v>
                </c:pt>
                <c:pt idx="160">
                  <c:v>80</c:v>
                </c:pt>
                <c:pt idx="161">
                  <c:v>80.5</c:v>
                </c:pt>
                <c:pt idx="162">
                  <c:v>81</c:v>
                </c:pt>
                <c:pt idx="163">
                  <c:v>81.5</c:v>
                </c:pt>
                <c:pt idx="164">
                  <c:v>82</c:v>
                </c:pt>
                <c:pt idx="165">
                  <c:v>82.5</c:v>
                </c:pt>
                <c:pt idx="166">
                  <c:v>83</c:v>
                </c:pt>
                <c:pt idx="167">
                  <c:v>83.5</c:v>
                </c:pt>
                <c:pt idx="168">
                  <c:v>84</c:v>
                </c:pt>
                <c:pt idx="169">
                  <c:v>84.5</c:v>
                </c:pt>
                <c:pt idx="170">
                  <c:v>85</c:v>
                </c:pt>
                <c:pt idx="171">
                  <c:v>85.5</c:v>
                </c:pt>
                <c:pt idx="172">
                  <c:v>86</c:v>
                </c:pt>
                <c:pt idx="173">
                  <c:v>86.5</c:v>
                </c:pt>
                <c:pt idx="174">
                  <c:v>87</c:v>
                </c:pt>
                <c:pt idx="175">
                  <c:v>87.5</c:v>
                </c:pt>
                <c:pt idx="176">
                  <c:v>88</c:v>
                </c:pt>
                <c:pt idx="177">
                  <c:v>88.5</c:v>
                </c:pt>
                <c:pt idx="178">
                  <c:v>89</c:v>
                </c:pt>
                <c:pt idx="179">
                  <c:v>89.5</c:v>
                </c:pt>
                <c:pt idx="180">
                  <c:v>90</c:v>
                </c:pt>
                <c:pt idx="181">
                  <c:v>90.5</c:v>
                </c:pt>
                <c:pt idx="182">
                  <c:v>91</c:v>
                </c:pt>
                <c:pt idx="183">
                  <c:v>91.5</c:v>
                </c:pt>
                <c:pt idx="184">
                  <c:v>92</c:v>
                </c:pt>
                <c:pt idx="185">
                  <c:v>92.5</c:v>
                </c:pt>
                <c:pt idx="186">
                  <c:v>93</c:v>
                </c:pt>
                <c:pt idx="187">
                  <c:v>93.5</c:v>
                </c:pt>
                <c:pt idx="188">
                  <c:v>94</c:v>
                </c:pt>
                <c:pt idx="189">
                  <c:v>94.5</c:v>
                </c:pt>
                <c:pt idx="190">
                  <c:v>95</c:v>
                </c:pt>
                <c:pt idx="191">
                  <c:v>95.5</c:v>
                </c:pt>
                <c:pt idx="192">
                  <c:v>96</c:v>
                </c:pt>
                <c:pt idx="193">
                  <c:v>96.5</c:v>
                </c:pt>
                <c:pt idx="194">
                  <c:v>97</c:v>
                </c:pt>
                <c:pt idx="195">
                  <c:v>97.5</c:v>
                </c:pt>
                <c:pt idx="196">
                  <c:v>98</c:v>
                </c:pt>
                <c:pt idx="197">
                  <c:v>98.5</c:v>
                </c:pt>
                <c:pt idx="198">
                  <c:v>99</c:v>
                </c:pt>
                <c:pt idx="199">
                  <c:v>99.5</c:v>
                </c:pt>
                <c:pt idx="200">
                  <c:v>100</c:v>
                </c:pt>
              </c:numCache>
            </c:numRef>
          </c:xVal>
          <c:yVal>
            <c:numRef>
              <c:f>Sheet1!$B$2:$B$202</c:f>
              <c:numCache>
                <c:formatCode>General</c:formatCode>
                <c:ptCount val="201"/>
                <c:pt idx="0">
                  <c:v>1</c:v>
                </c:pt>
                <c:pt idx="1">
                  <c:v>0.99860000000000004</c:v>
                </c:pt>
                <c:pt idx="2">
                  <c:v>0.99439999999999995</c:v>
                </c:pt>
                <c:pt idx="3">
                  <c:v>0.98740000000000006</c:v>
                </c:pt>
                <c:pt idx="4">
                  <c:v>0.97770000000000001</c:v>
                </c:pt>
                <c:pt idx="5">
                  <c:v>0.96530000000000005</c:v>
                </c:pt>
                <c:pt idx="6">
                  <c:v>0.95020000000000004</c:v>
                </c:pt>
                <c:pt idx="7">
                  <c:v>0.93269999999999997</c:v>
                </c:pt>
                <c:pt idx="8">
                  <c:v>0.91269999999999996</c:v>
                </c:pt>
                <c:pt idx="9">
                  <c:v>0.89039999999999997</c:v>
                </c:pt>
                <c:pt idx="10">
                  <c:v>0.8659</c:v>
                </c:pt>
                <c:pt idx="11">
                  <c:v>0.83930000000000005</c:v>
                </c:pt>
                <c:pt idx="12">
                  <c:v>0.81089999999999995</c:v>
                </c:pt>
                <c:pt idx="13">
                  <c:v>0.78059999999999996</c:v>
                </c:pt>
                <c:pt idx="14">
                  <c:v>0.74880000000000002</c:v>
                </c:pt>
                <c:pt idx="15">
                  <c:v>0.7157</c:v>
                </c:pt>
                <c:pt idx="16">
                  <c:v>0.68130000000000002</c:v>
                </c:pt>
                <c:pt idx="17">
                  <c:v>0.64580000000000004</c:v>
                </c:pt>
                <c:pt idx="18">
                  <c:v>0.60960000000000003</c:v>
                </c:pt>
                <c:pt idx="19">
                  <c:v>0.57269999999999999</c:v>
                </c:pt>
                <c:pt idx="20">
                  <c:v>0.53549999999999998</c:v>
                </c:pt>
                <c:pt idx="21">
                  <c:v>0.498</c:v>
                </c:pt>
                <c:pt idx="22">
                  <c:v>0.46060000000000001</c:v>
                </c:pt>
                <c:pt idx="23">
                  <c:v>0.42330000000000001</c:v>
                </c:pt>
                <c:pt idx="24">
                  <c:v>0.38650000000000001</c:v>
                </c:pt>
                <c:pt idx="25">
                  <c:v>0.35039999999999999</c:v>
                </c:pt>
                <c:pt idx="26">
                  <c:v>0.315</c:v>
                </c:pt>
                <c:pt idx="27">
                  <c:v>0.28079999999999999</c:v>
                </c:pt>
                <c:pt idx="28">
                  <c:v>0.2477</c:v>
                </c:pt>
                <c:pt idx="29">
                  <c:v>0.21609999999999999</c:v>
                </c:pt>
                <c:pt idx="30">
                  <c:v>0.186</c:v>
                </c:pt>
                <c:pt idx="31">
                  <c:v>0.1578</c:v>
                </c:pt>
                <c:pt idx="32">
                  <c:v>0.13139999999999999</c:v>
                </c:pt>
                <c:pt idx="33">
                  <c:v>0.1071</c:v>
                </c:pt>
                <c:pt idx="34">
                  <c:v>8.5099999999999995E-2</c:v>
                </c:pt>
                <c:pt idx="35">
                  <c:v>6.5299999999999997E-2</c:v>
                </c:pt>
                <c:pt idx="36">
                  <c:v>4.8000000000000001E-2</c:v>
                </c:pt>
                <c:pt idx="37">
                  <c:v>3.3300000000000003E-2</c:v>
                </c:pt>
                <c:pt idx="38">
                  <c:v>2.12E-2</c:v>
                </c:pt>
                <c:pt idx="39">
                  <c:v>1.17E-2</c:v>
                </c:pt>
                <c:pt idx="40">
                  <c:v>5.0000000000000001E-3</c:v>
                </c:pt>
                <c:pt idx="41">
                  <c:v>1.1000000000000001E-3</c:v>
                </c:pt>
                <c:pt idx="42">
                  <c:v>0</c:v>
                </c:pt>
                <c:pt idx="43">
                  <c:v>1.6999999999999999E-3</c:v>
                </c:pt>
                <c:pt idx="44">
                  <c:v>6.1999999999999998E-3</c:v>
                </c:pt>
                <c:pt idx="45">
                  <c:v>1.35E-2</c:v>
                </c:pt>
                <c:pt idx="46">
                  <c:v>2.35E-2</c:v>
                </c:pt>
                <c:pt idx="47">
                  <c:v>3.6200000000000003E-2</c:v>
                </c:pt>
                <c:pt idx="48">
                  <c:v>5.1499999999999997E-2</c:v>
                </c:pt>
                <c:pt idx="49">
                  <c:v>6.93E-2</c:v>
                </c:pt>
                <c:pt idx="50">
                  <c:v>8.9599999999999999E-2</c:v>
                </c:pt>
                <c:pt idx="51">
                  <c:v>0.11210000000000001</c:v>
                </c:pt>
                <c:pt idx="52">
                  <c:v>0.13689999999999999</c:v>
                </c:pt>
                <c:pt idx="53">
                  <c:v>0.1636</c:v>
                </c:pt>
                <c:pt idx="54">
                  <c:v>0.1923</c:v>
                </c:pt>
                <c:pt idx="55">
                  <c:v>0.22270000000000001</c:v>
                </c:pt>
                <c:pt idx="56">
                  <c:v>0.25459999999999999</c:v>
                </c:pt>
                <c:pt idx="57">
                  <c:v>0.28789999999999999</c:v>
                </c:pt>
                <c:pt idx="58">
                  <c:v>0.32250000000000001</c:v>
                </c:pt>
                <c:pt idx="59">
                  <c:v>0.35799999999999998</c:v>
                </c:pt>
                <c:pt idx="60">
                  <c:v>0.39429999999999998</c:v>
                </c:pt>
                <c:pt idx="61">
                  <c:v>0.43120000000000003</c:v>
                </c:pt>
                <c:pt idx="62">
                  <c:v>0.46850000000000003</c:v>
                </c:pt>
                <c:pt idx="63">
                  <c:v>0.50600000000000001</c:v>
                </c:pt>
                <c:pt idx="64">
                  <c:v>0.54339999999999999</c:v>
                </c:pt>
                <c:pt idx="65">
                  <c:v>0.5806</c:v>
                </c:pt>
                <c:pt idx="66">
                  <c:v>0.61739999999999995</c:v>
                </c:pt>
                <c:pt idx="67">
                  <c:v>0.65339999999999998</c:v>
                </c:pt>
                <c:pt idx="68">
                  <c:v>0.68869999999999998</c:v>
                </c:pt>
                <c:pt idx="69">
                  <c:v>0.7228</c:v>
                </c:pt>
                <c:pt idx="70">
                  <c:v>0.75570000000000004</c:v>
                </c:pt>
                <c:pt idx="71">
                  <c:v>0.78720000000000001</c:v>
                </c:pt>
                <c:pt idx="72">
                  <c:v>0.81710000000000005</c:v>
                </c:pt>
                <c:pt idx="73">
                  <c:v>0.84509999999999996</c:v>
                </c:pt>
                <c:pt idx="74">
                  <c:v>0.87129999999999996</c:v>
                </c:pt>
                <c:pt idx="75">
                  <c:v>0.89529999999999998</c:v>
                </c:pt>
                <c:pt idx="76">
                  <c:v>0.91710000000000003</c:v>
                </c:pt>
                <c:pt idx="77">
                  <c:v>0.93659999999999999</c:v>
                </c:pt>
                <c:pt idx="78">
                  <c:v>0.9536</c:v>
                </c:pt>
                <c:pt idx="79">
                  <c:v>0.96809999999999996</c:v>
                </c:pt>
                <c:pt idx="80">
                  <c:v>0.98</c:v>
                </c:pt>
                <c:pt idx="81">
                  <c:v>0.98909999999999998</c:v>
                </c:pt>
                <c:pt idx="82">
                  <c:v>0.99550000000000005</c:v>
                </c:pt>
                <c:pt idx="83">
                  <c:v>0.99909999999999999</c:v>
                </c:pt>
                <c:pt idx="84">
                  <c:v>0.99990000000000001</c:v>
                </c:pt>
                <c:pt idx="85">
                  <c:v>0.99790000000000001</c:v>
                </c:pt>
                <c:pt idx="86">
                  <c:v>0.99309999999999998</c:v>
                </c:pt>
                <c:pt idx="87">
                  <c:v>0.98560000000000003</c:v>
                </c:pt>
                <c:pt idx="88">
                  <c:v>0.97529999999999994</c:v>
                </c:pt>
                <c:pt idx="89">
                  <c:v>0.96230000000000004</c:v>
                </c:pt>
                <c:pt idx="90">
                  <c:v>0.94669999999999999</c:v>
                </c:pt>
                <c:pt idx="91">
                  <c:v>0.92859999999999998</c:v>
                </c:pt>
                <c:pt idx="92">
                  <c:v>0.90810000000000002</c:v>
                </c:pt>
                <c:pt idx="93">
                  <c:v>0.88529999999999998</c:v>
                </c:pt>
                <c:pt idx="94">
                  <c:v>0.86040000000000005</c:v>
                </c:pt>
                <c:pt idx="95">
                  <c:v>0.83340000000000003</c:v>
                </c:pt>
                <c:pt idx="96">
                  <c:v>0.80459999999999998</c:v>
                </c:pt>
                <c:pt idx="97">
                  <c:v>0.77400000000000002</c:v>
                </c:pt>
                <c:pt idx="98">
                  <c:v>0.7419</c:v>
                </c:pt>
                <c:pt idx="99">
                  <c:v>0.70840000000000003</c:v>
                </c:pt>
                <c:pt idx="100">
                  <c:v>0.67379999999999995</c:v>
                </c:pt>
                <c:pt idx="101">
                  <c:v>0.63819999999999999</c:v>
                </c:pt>
                <c:pt idx="102">
                  <c:v>0.6018</c:v>
                </c:pt>
                <c:pt idx="103">
                  <c:v>0.56479999999999997</c:v>
                </c:pt>
                <c:pt idx="104">
                  <c:v>0.52749999999999997</c:v>
                </c:pt>
                <c:pt idx="105">
                  <c:v>0.49</c:v>
                </c:pt>
                <c:pt idx="106">
                  <c:v>0.4526</c:v>
                </c:pt>
                <c:pt idx="107">
                  <c:v>0.41539999999999999</c:v>
                </c:pt>
                <c:pt idx="108">
                  <c:v>0.37880000000000003</c:v>
                </c:pt>
                <c:pt idx="109">
                  <c:v>0.34279999999999999</c:v>
                </c:pt>
                <c:pt idx="110">
                  <c:v>0.30759999999999998</c:v>
                </c:pt>
                <c:pt idx="111">
                  <c:v>0.27360000000000001</c:v>
                </c:pt>
                <c:pt idx="112">
                  <c:v>0.24079999999999999</c:v>
                </c:pt>
                <c:pt idx="113">
                  <c:v>0.20949999999999999</c:v>
                </c:pt>
                <c:pt idx="114">
                  <c:v>0.1799</c:v>
                </c:pt>
                <c:pt idx="115">
                  <c:v>0.152</c:v>
                </c:pt>
                <c:pt idx="116">
                  <c:v>0.12609999999999999</c:v>
                </c:pt>
                <c:pt idx="117">
                  <c:v>0.1023</c:v>
                </c:pt>
                <c:pt idx="118">
                  <c:v>8.0699999999999994E-2</c:v>
                </c:pt>
                <c:pt idx="119">
                  <c:v>6.1400000000000003E-2</c:v>
                </c:pt>
                <c:pt idx="120">
                  <c:v>4.4699999999999997E-2</c:v>
                </c:pt>
                <c:pt idx="121">
                  <c:v>3.0499999999999999E-2</c:v>
                </c:pt>
                <c:pt idx="122">
                  <c:v>1.89E-2</c:v>
                </c:pt>
                <c:pt idx="123">
                  <c:v>1.01E-2</c:v>
                </c:pt>
                <c:pt idx="124">
                  <c:v>4.0000000000000001E-3</c:v>
                </c:pt>
                <c:pt idx="125">
                  <c:v>6.9999999999999999E-4</c:v>
                </c:pt>
                <c:pt idx="126">
                  <c:v>1E-4</c:v>
                </c:pt>
                <c:pt idx="127">
                  <c:v>2.3999999999999998E-3</c:v>
                </c:pt>
                <c:pt idx="128">
                  <c:v>7.4999999999999997E-3</c:v>
                </c:pt>
                <c:pt idx="129">
                  <c:v>1.54E-2</c:v>
                </c:pt>
                <c:pt idx="130">
                  <c:v>2.5999999999999999E-2</c:v>
                </c:pt>
                <c:pt idx="131">
                  <c:v>3.9300000000000002E-2</c:v>
                </c:pt>
                <c:pt idx="132">
                  <c:v>5.5100000000000003E-2</c:v>
                </c:pt>
                <c:pt idx="133">
                  <c:v>7.3400000000000007E-2</c:v>
                </c:pt>
                <c:pt idx="134">
                  <c:v>9.4200000000000006E-2</c:v>
                </c:pt>
                <c:pt idx="135">
                  <c:v>0.1172</c:v>
                </c:pt>
                <c:pt idx="136">
                  <c:v>0.1424</c:v>
                </c:pt>
                <c:pt idx="137">
                  <c:v>0.1696</c:v>
                </c:pt>
                <c:pt idx="138">
                  <c:v>0.1986</c:v>
                </c:pt>
                <c:pt idx="139">
                  <c:v>0.2293</c:v>
                </c:pt>
                <c:pt idx="140">
                  <c:v>0.2616</c:v>
                </c:pt>
                <c:pt idx="141">
                  <c:v>0.29520000000000002</c:v>
                </c:pt>
                <c:pt idx="142">
                  <c:v>0.33</c:v>
                </c:pt>
                <c:pt idx="143">
                  <c:v>0.36570000000000003</c:v>
                </c:pt>
                <c:pt idx="144">
                  <c:v>0.40210000000000001</c:v>
                </c:pt>
                <c:pt idx="145">
                  <c:v>0.43909999999999999</c:v>
                </c:pt>
                <c:pt idx="146">
                  <c:v>0.47649999999999998</c:v>
                </c:pt>
                <c:pt idx="147">
                  <c:v>0.51400000000000001</c:v>
                </c:pt>
                <c:pt idx="148">
                  <c:v>0.5514</c:v>
                </c:pt>
                <c:pt idx="149">
                  <c:v>0.58850000000000002</c:v>
                </c:pt>
                <c:pt idx="150">
                  <c:v>0.62509999999999999</c:v>
                </c:pt>
                <c:pt idx="151">
                  <c:v>0.66100000000000003</c:v>
                </c:pt>
                <c:pt idx="152">
                  <c:v>0.69599999999999995</c:v>
                </c:pt>
                <c:pt idx="153">
                  <c:v>0.72989999999999999</c:v>
                </c:pt>
                <c:pt idx="154">
                  <c:v>0.76259999999999994</c:v>
                </c:pt>
                <c:pt idx="155">
                  <c:v>0.79369999999999996</c:v>
                </c:pt>
                <c:pt idx="156">
                  <c:v>0.82320000000000004</c:v>
                </c:pt>
                <c:pt idx="157">
                  <c:v>0.85089999999999999</c:v>
                </c:pt>
                <c:pt idx="158">
                  <c:v>0.87660000000000005</c:v>
                </c:pt>
                <c:pt idx="159">
                  <c:v>0.9002</c:v>
                </c:pt>
                <c:pt idx="160">
                  <c:v>0.92149999999999999</c:v>
                </c:pt>
                <c:pt idx="161">
                  <c:v>0.9405</c:v>
                </c:pt>
                <c:pt idx="162">
                  <c:v>0.95689999999999997</c:v>
                </c:pt>
                <c:pt idx="163">
                  <c:v>0.97089999999999999</c:v>
                </c:pt>
                <c:pt idx="164">
                  <c:v>0.98209999999999997</c:v>
                </c:pt>
                <c:pt idx="165">
                  <c:v>0.99070000000000003</c:v>
                </c:pt>
                <c:pt idx="166">
                  <c:v>0.99650000000000005</c:v>
                </c:pt>
                <c:pt idx="167">
                  <c:v>0.99950000000000006</c:v>
                </c:pt>
                <c:pt idx="168">
                  <c:v>0.99970000000000003</c:v>
                </c:pt>
                <c:pt idx="169">
                  <c:v>0.99709999999999999</c:v>
                </c:pt>
                <c:pt idx="170">
                  <c:v>0.99180000000000001</c:v>
                </c:pt>
                <c:pt idx="171">
                  <c:v>0.98360000000000003</c:v>
                </c:pt>
                <c:pt idx="172">
                  <c:v>0.97270000000000001</c:v>
                </c:pt>
                <c:pt idx="173">
                  <c:v>0.95920000000000005</c:v>
                </c:pt>
                <c:pt idx="174">
                  <c:v>0.94310000000000005</c:v>
                </c:pt>
                <c:pt idx="175">
                  <c:v>0.92449999999999999</c:v>
                </c:pt>
                <c:pt idx="176">
                  <c:v>0.90349999999999997</c:v>
                </c:pt>
                <c:pt idx="177">
                  <c:v>0.88019999999999998</c:v>
                </c:pt>
                <c:pt idx="178">
                  <c:v>0.8548</c:v>
                </c:pt>
                <c:pt idx="179">
                  <c:v>0.82740000000000002</c:v>
                </c:pt>
                <c:pt idx="180">
                  <c:v>0.79820000000000002</c:v>
                </c:pt>
                <c:pt idx="181">
                  <c:v>0.76729999999999998</c:v>
                </c:pt>
                <c:pt idx="182">
                  <c:v>0.7349</c:v>
                </c:pt>
                <c:pt idx="183">
                  <c:v>0.70120000000000005</c:v>
                </c:pt>
                <c:pt idx="184">
                  <c:v>0.6663</c:v>
                </c:pt>
                <c:pt idx="185">
                  <c:v>0.63049999999999995</c:v>
                </c:pt>
                <c:pt idx="186">
                  <c:v>0.59399999999999997</c:v>
                </c:pt>
                <c:pt idx="187">
                  <c:v>0.55689999999999995</c:v>
                </c:pt>
                <c:pt idx="188">
                  <c:v>0.51949999999999996</c:v>
                </c:pt>
                <c:pt idx="189">
                  <c:v>0.48199999999999998</c:v>
                </c:pt>
                <c:pt idx="190">
                  <c:v>0.44469999999999998</c:v>
                </c:pt>
                <c:pt idx="191">
                  <c:v>0.40760000000000002</c:v>
                </c:pt>
                <c:pt idx="192">
                  <c:v>0.371</c:v>
                </c:pt>
                <c:pt idx="193">
                  <c:v>0.3352</c:v>
                </c:pt>
                <c:pt idx="194">
                  <c:v>0.30030000000000001</c:v>
                </c:pt>
                <c:pt idx="195">
                  <c:v>0.26650000000000001</c:v>
                </c:pt>
                <c:pt idx="196">
                  <c:v>0.2341</c:v>
                </c:pt>
                <c:pt idx="197">
                  <c:v>0.2031</c:v>
                </c:pt>
                <c:pt idx="198">
                  <c:v>0.17380000000000001</c:v>
                </c:pt>
                <c:pt idx="199">
                  <c:v>0.14630000000000001</c:v>
                </c:pt>
                <c:pt idx="200">
                  <c:v>0.1208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5F-E147-976A-A878C475CF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P(N down)</c:v>
                </c:pt>
              </c:strCache>
            </c:strRef>
          </c:tx>
          <c:spPr>
            <a:ln w="28575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  <c:pt idx="11">
                  <c:v>5.5</c:v>
                </c:pt>
                <c:pt idx="12">
                  <c:v>6</c:v>
                </c:pt>
                <c:pt idx="13">
                  <c:v>6.5</c:v>
                </c:pt>
                <c:pt idx="14">
                  <c:v>7</c:v>
                </c:pt>
                <c:pt idx="15">
                  <c:v>7.5</c:v>
                </c:pt>
                <c:pt idx="16">
                  <c:v>8</c:v>
                </c:pt>
                <c:pt idx="17">
                  <c:v>8.5</c:v>
                </c:pt>
                <c:pt idx="18">
                  <c:v>9</c:v>
                </c:pt>
                <c:pt idx="19">
                  <c:v>9.5</c:v>
                </c:pt>
                <c:pt idx="20">
                  <c:v>10</c:v>
                </c:pt>
                <c:pt idx="21">
                  <c:v>10.5</c:v>
                </c:pt>
                <c:pt idx="22">
                  <c:v>11</c:v>
                </c:pt>
                <c:pt idx="23">
                  <c:v>11.5</c:v>
                </c:pt>
                <c:pt idx="24">
                  <c:v>12</c:v>
                </c:pt>
                <c:pt idx="25">
                  <c:v>12.5</c:v>
                </c:pt>
                <c:pt idx="26">
                  <c:v>13</c:v>
                </c:pt>
                <c:pt idx="27">
                  <c:v>13.5</c:v>
                </c:pt>
                <c:pt idx="28">
                  <c:v>14</c:v>
                </c:pt>
                <c:pt idx="29">
                  <c:v>14.5</c:v>
                </c:pt>
                <c:pt idx="30">
                  <c:v>15</c:v>
                </c:pt>
                <c:pt idx="31">
                  <c:v>15.5</c:v>
                </c:pt>
                <c:pt idx="32">
                  <c:v>16</c:v>
                </c:pt>
                <c:pt idx="33">
                  <c:v>16.5</c:v>
                </c:pt>
                <c:pt idx="34">
                  <c:v>17</c:v>
                </c:pt>
                <c:pt idx="35">
                  <c:v>17.5</c:v>
                </c:pt>
                <c:pt idx="36">
                  <c:v>18</c:v>
                </c:pt>
                <c:pt idx="37">
                  <c:v>18.5</c:v>
                </c:pt>
                <c:pt idx="38">
                  <c:v>19</c:v>
                </c:pt>
                <c:pt idx="39">
                  <c:v>19.5</c:v>
                </c:pt>
                <c:pt idx="40">
                  <c:v>20</c:v>
                </c:pt>
                <c:pt idx="41">
                  <c:v>20.5</c:v>
                </c:pt>
                <c:pt idx="42">
                  <c:v>21</c:v>
                </c:pt>
                <c:pt idx="43">
                  <c:v>21.5</c:v>
                </c:pt>
                <c:pt idx="44">
                  <c:v>22</c:v>
                </c:pt>
                <c:pt idx="45">
                  <c:v>22.5</c:v>
                </c:pt>
                <c:pt idx="46">
                  <c:v>23</c:v>
                </c:pt>
                <c:pt idx="47">
                  <c:v>23.5</c:v>
                </c:pt>
                <c:pt idx="48">
                  <c:v>24</c:v>
                </c:pt>
                <c:pt idx="49">
                  <c:v>24.5</c:v>
                </c:pt>
                <c:pt idx="50">
                  <c:v>25</c:v>
                </c:pt>
                <c:pt idx="51">
                  <c:v>25.5</c:v>
                </c:pt>
                <c:pt idx="52">
                  <c:v>26</c:v>
                </c:pt>
                <c:pt idx="53">
                  <c:v>26.5</c:v>
                </c:pt>
                <c:pt idx="54">
                  <c:v>27</c:v>
                </c:pt>
                <c:pt idx="55">
                  <c:v>27.5</c:v>
                </c:pt>
                <c:pt idx="56">
                  <c:v>28</c:v>
                </c:pt>
                <c:pt idx="57">
                  <c:v>28.5</c:v>
                </c:pt>
                <c:pt idx="58">
                  <c:v>29</c:v>
                </c:pt>
                <c:pt idx="59">
                  <c:v>29.5</c:v>
                </c:pt>
                <c:pt idx="60">
                  <c:v>30</c:v>
                </c:pt>
                <c:pt idx="61">
                  <c:v>30.5</c:v>
                </c:pt>
                <c:pt idx="62">
                  <c:v>31</c:v>
                </c:pt>
                <c:pt idx="63">
                  <c:v>31.5</c:v>
                </c:pt>
                <c:pt idx="64">
                  <c:v>32</c:v>
                </c:pt>
                <c:pt idx="65">
                  <c:v>32.5</c:v>
                </c:pt>
                <c:pt idx="66">
                  <c:v>33</c:v>
                </c:pt>
                <c:pt idx="67">
                  <c:v>33.5</c:v>
                </c:pt>
                <c:pt idx="68">
                  <c:v>34</c:v>
                </c:pt>
                <c:pt idx="69">
                  <c:v>34.5</c:v>
                </c:pt>
                <c:pt idx="70">
                  <c:v>35</c:v>
                </c:pt>
                <c:pt idx="71">
                  <c:v>35.5</c:v>
                </c:pt>
                <c:pt idx="72">
                  <c:v>36</c:v>
                </c:pt>
                <c:pt idx="73">
                  <c:v>36.5</c:v>
                </c:pt>
                <c:pt idx="74">
                  <c:v>37</c:v>
                </c:pt>
                <c:pt idx="75">
                  <c:v>37.5</c:v>
                </c:pt>
                <c:pt idx="76">
                  <c:v>38</c:v>
                </c:pt>
                <c:pt idx="77">
                  <c:v>38.5</c:v>
                </c:pt>
                <c:pt idx="78">
                  <c:v>39</c:v>
                </c:pt>
                <c:pt idx="79">
                  <c:v>39.5</c:v>
                </c:pt>
                <c:pt idx="80">
                  <c:v>40</c:v>
                </c:pt>
                <c:pt idx="81">
                  <c:v>40.5</c:v>
                </c:pt>
                <c:pt idx="82">
                  <c:v>41</c:v>
                </c:pt>
                <c:pt idx="83">
                  <c:v>41.5</c:v>
                </c:pt>
                <c:pt idx="84">
                  <c:v>42</c:v>
                </c:pt>
                <c:pt idx="85">
                  <c:v>42.5</c:v>
                </c:pt>
                <c:pt idx="86">
                  <c:v>43</c:v>
                </c:pt>
                <c:pt idx="87">
                  <c:v>43.5</c:v>
                </c:pt>
                <c:pt idx="88">
                  <c:v>44</c:v>
                </c:pt>
                <c:pt idx="89">
                  <c:v>44.5</c:v>
                </c:pt>
                <c:pt idx="90">
                  <c:v>45</c:v>
                </c:pt>
                <c:pt idx="91">
                  <c:v>45.5</c:v>
                </c:pt>
                <c:pt idx="92">
                  <c:v>46</c:v>
                </c:pt>
                <c:pt idx="93">
                  <c:v>46.5</c:v>
                </c:pt>
                <c:pt idx="94">
                  <c:v>47</c:v>
                </c:pt>
                <c:pt idx="95">
                  <c:v>47.5</c:v>
                </c:pt>
                <c:pt idx="96">
                  <c:v>48</c:v>
                </c:pt>
                <c:pt idx="97">
                  <c:v>48.5</c:v>
                </c:pt>
                <c:pt idx="98">
                  <c:v>49</c:v>
                </c:pt>
                <c:pt idx="99">
                  <c:v>49.5</c:v>
                </c:pt>
                <c:pt idx="100">
                  <c:v>50</c:v>
                </c:pt>
                <c:pt idx="101">
                  <c:v>50.5</c:v>
                </c:pt>
                <c:pt idx="102">
                  <c:v>51</c:v>
                </c:pt>
                <c:pt idx="103">
                  <c:v>51.5</c:v>
                </c:pt>
                <c:pt idx="104">
                  <c:v>52</c:v>
                </c:pt>
                <c:pt idx="105">
                  <c:v>52.5</c:v>
                </c:pt>
                <c:pt idx="106">
                  <c:v>53</c:v>
                </c:pt>
                <c:pt idx="107">
                  <c:v>53.5</c:v>
                </c:pt>
                <c:pt idx="108">
                  <c:v>54</c:v>
                </c:pt>
                <c:pt idx="109">
                  <c:v>54.5</c:v>
                </c:pt>
                <c:pt idx="110">
                  <c:v>55</c:v>
                </c:pt>
                <c:pt idx="111">
                  <c:v>55.5</c:v>
                </c:pt>
                <c:pt idx="112">
                  <c:v>56</c:v>
                </c:pt>
                <c:pt idx="113">
                  <c:v>56.5</c:v>
                </c:pt>
                <c:pt idx="114">
                  <c:v>57</c:v>
                </c:pt>
                <c:pt idx="115">
                  <c:v>57.5</c:v>
                </c:pt>
                <c:pt idx="116">
                  <c:v>58</c:v>
                </c:pt>
                <c:pt idx="117">
                  <c:v>58.5</c:v>
                </c:pt>
                <c:pt idx="118">
                  <c:v>59</c:v>
                </c:pt>
                <c:pt idx="119">
                  <c:v>59.5</c:v>
                </c:pt>
                <c:pt idx="120">
                  <c:v>60</c:v>
                </c:pt>
                <c:pt idx="121">
                  <c:v>60.5</c:v>
                </c:pt>
                <c:pt idx="122">
                  <c:v>61</c:v>
                </c:pt>
                <c:pt idx="123">
                  <c:v>61.5</c:v>
                </c:pt>
                <c:pt idx="124">
                  <c:v>62</c:v>
                </c:pt>
                <c:pt idx="125">
                  <c:v>62.5</c:v>
                </c:pt>
                <c:pt idx="126">
                  <c:v>63</c:v>
                </c:pt>
                <c:pt idx="127">
                  <c:v>63.5</c:v>
                </c:pt>
                <c:pt idx="128">
                  <c:v>64</c:v>
                </c:pt>
                <c:pt idx="129">
                  <c:v>64.5</c:v>
                </c:pt>
                <c:pt idx="130">
                  <c:v>65</c:v>
                </c:pt>
                <c:pt idx="131">
                  <c:v>65.5</c:v>
                </c:pt>
                <c:pt idx="132">
                  <c:v>66</c:v>
                </c:pt>
                <c:pt idx="133">
                  <c:v>66.5</c:v>
                </c:pt>
                <c:pt idx="134">
                  <c:v>67</c:v>
                </c:pt>
                <c:pt idx="135">
                  <c:v>67.5</c:v>
                </c:pt>
                <c:pt idx="136">
                  <c:v>68</c:v>
                </c:pt>
                <c:pt idx="137">
                  <c:v>68.5</c:v>
                </c:pt>
                <c:pt idx="138">
                  <c:v>69</c:v>
                </c:pt>
                <c:pt idx="139">
                  <c:v>69.5</c:v>
                </c:pt>
                <c:pt idx="140">
                  <c:v>70</c:v>
                </c:pt>
                <c:pt idx="141">
                  <c:v>70.5</c:v>
                </c:pt>
                <c:pt idx="142">
                  <c:v>71</c:v>
                </c:pt>
                <c:pt idx="143">
                  <c:v>71.5</c:v>
                </c:pt>
                <c:pt idx="144">
                  <c:v>72</c:v>
                </c:pt>
                <c:pt idx="145">
                  <c:v>72.5</c:v>
                </c:pt>
                <c:pt idx="146">
                  <c:v>73</c:v>
                </c:pt>
                <c:pt idx="147">
                  <c:v>73.5</c:v>
                </c:pt>
                <c:pt idx="148">
                  <c:v>74</c:v>
                </c:pt>
                <c:pt idx="149">
                  <c:v>74.5</c:v>
                </c:pt>
                <c:pt idx="150">
                  <c:v>75</c:v>
                </c:pt>
                <c:pt idx="151">
                  <c:v>75.5</c:v>
                </c:pt>
                <c:pt idx="152">
                  <c:v>76</c:v>
                </c:pt>
                <c:pt idx="153">
                  <c:v>76.5</c:v>
                </c:pt>
                <c:pt idx="154">
                  <c:v>77</c:v>
                </c:pt>
                <c:pt idx="155">
                  <c:v>77.5</c:v>
                </c:pt>
                <c:pt idx="156">
                  <c:v>78</c:v>
                </c:pt>
                <c:pt idx="157">
                  <c:v>78.5</c:v>
                </c:pt>
                <c:pt idx="158">
                  <c:v>79</c:v>
                </c:pt>
                <c:pt idx="159">
                  <c:v>79.5</c:v>
                </c:pt>
                <c:pt idx="160">
                  <c:v>80</c:v>
                </c:pt>
                <c:pt idx="161">
                  <c:v>80.5</c:v>
                </c:pt>
                <c:pt idx="162">
                  <c:v>81</c:v>
                </c:pt>
                <c:pt idx="163">
                  <c:v>81.5</c:v>
                </c:pt>
                <c:pt idx="164">
                  <c:v>82</c:v>
                </c:pt>
                <c:pt idx="165">
                  <c:v>82.5</c:v>
                </c:pt>
                <c:pt idx="166">
                  <c:v>83</c:v>
                </c:pt>
                <c:pt idx="167">
                  <c:v>83.5</c:v>
                </c:pt>
                <c:pt idx="168">
                  <c:v>84</c:v>
                </c:pt>
                <c:pt idx="169">
                  <c:v>84.5</c:v>
                </c:pt>
                <c:pt idx="170">
                  <c:v>85</c:v>
                </c:pt>
                <c:pt idx="171">
                  <c:v>85.5</c:v>
                </c:pt>
                <c:pt idx="172">
                  <c:v>86</c:v>
                </c:pt>
                <c:pt idx="173">
                  <c:v>86.5</c:v>
                </c:pt>
                <c:pt idx="174">
                  <c:v>87</c:v>
                </c:pt>
                <c:pt idx="175">
                  <c:v>87.5</c:v>
                </c:pt>
                <c:pt idx="176">
                  <c:v>88</c:v>
                </c:pt>
                <c:pt idx="177">
                  <c:v>88.5</c:v>
                </c:pt>
                <c:pt idx="178">
                  <c:v>89</c:v>
                </c:pt>
                <c:pt idx="179">
                  <c:v>89.5</c:v>
                </c:pt>
                <c:pt idx="180">
                  <c:v>90</c:v>
                </c:pt>
                <c:pt idx="181">
                  <c:v>90.5</c:v>
                </c:pt>
                <c:pt idx="182">
                  <c:v>91</c:v>
                </c:pt>
                <c:pt idx="183">
                  <c:v>91.5</c:v>
                </c:pt>
                <c:pt idx="184">
                  <c:v>92</c:v>
                </c:pt>
                <c:pt idx="185">
                  <c:v>92.5</c:v>
                </c:pt>
                <c:pt idx="186">
                  <c:v>93</c:v>
                </c:pt>
                <c:pt idx="187">
                  <c:v>93.5</c:v>
                </c:pt>
                <c:pt idx="188">
                  <c:v>94</c:v>
                </c:pt>
                <c:pt idx="189">
                  <c:v>94.5</c:v>
                </c:pt>
                <c:pt idx="190">
                  <c:v>95</c:v>
                </c:pt>
                <c:pt idx="191">
                  <c:v>95.5</c:v>
                </c:pt>
                <c:pt idx="192">
                  <c:v>96</c:v>
                </c:pt>
                <c:pt idx="193">
                  <c:v>96.5</c:v>
                </c:pt>
                <c:pt idx="194">
                  <c:v>97</c:v>
                </c:pt>
                <c:pt idx="195">
                  <c:v>97.5</c:v>
                </c:pt>
                <c:pt idx="196">
                  <c:v>98</c:v>
                </c:pt>
                <c:pt idx="197">
                  <c:v>98.5</c:v>
                </c:pt>
                <c:pt idx="198">
                  <c:v>99</c:v>
                </c:pt>
                <c:pt idx="199">
                  <c:v>99.5</c:v>
                </c:pt>
                <c:pt idx="200">
                  <c:v>100</c:v>
                </c:pt>
              </c:numCache>
            </c:numRef>
          </c:xVal>
          <c:yVal>
            <c:numRef>
              <c:f>Sheet1!$C$2:$C$202</c:f>
              <c:numCache>
                <c:formatCode>General</c:formatCode>
                <c:ptCount val="201"/>
                <c:pt idx="0">
                  <c:v>0</c:v>
                </c:pt>
                <c:pt idx="1">
                  <c:v>1.4E-3</c:v>
                </c:pt>
                <c:pt idx="2">
                  <c:v>5.5999999999999999E-3</c:v>
                </c:pt>
                <c:pt idx="3">
                  <c:v>1.26E-2</c:v>
                </c:pt>
                <c:pt idx="4">
                  <c:v>2.23E-2</c:v>
                </c:pt>
                <c:pt idx="5">
                  <c:v>3.4700000000000002E-2</c:v>
                </c:pt>
                <c:pt idx="6">
                  <c:v>4.9799999999999997E-2</c:v>
                </c:pt>
                <c:pt idx="7">
                  <c:v>6.7299999999999999E-2</c:v>
                </c:pt>
                <c:pt idx="8">
                  <c:v>8.7300000000000003E-2</c:v>
                </c:pt>
                <c:pt idx="9">
                  <c:v>0.1096</c:v>
                </c:pt>
                <c:pt idx="10">
                  <c:v>0.1341</c:v>
                </c:pt>
                <c:pt idx="11">
                  <c:v>0.16070000000000001</c:v>
                </c:pt>
                <c:pt idx="12">
                  <c:v>0.18909999999999999</c:v>
                </c:pt>
                <c:pt idx="13">
                  <c:v>0.21940000000000001</c:v>
                </c:pt>
                <c:pt idx="14">
                  <c:v>0.25119999999999998</c:v>
                </c:pt>
                <c:pt idx="15">
                  <c:v>0.2843</c:v>
                </c:pt>
                <c:pt idx="16">
                  <c:v>0.31869999999999998</c:v>
                </c:pt>
                <c:pt idx="17">
                  <c:v>0.35420000000000001</c:v>
                </c:pt>
                <c:pt idx="18">
                  <c:v>0.39040000000000002</c:v>
                </c:pt>
                <c:pt idx="19">
                  <c:v>0.42730000000000001</c:v>
                </c:pt>
                <c:pt idx="20">
                  <c:v>0.46450000000000002</c:v>
                </c:pt>
                <c:pt idx="21">
                  <c:v>0.502</c:v>
                </c:pt>
                <c:pt idx="22">
                  <c:v>0.53939999999999999</c:v>
                </c:pt>
                <c:pt idx="23">
                  <c:v>0.57669999999999999</c:v>
                </c:pt>
                <c:pt idx="24">
                  <c:v>0.61350000000000005</c:v>
                </c:pt>
                <c:pt idx="25">
                  <c:v>0.64959999999999996</c:v>
                </c:pt>
                <c:pt idx="26">
                  <c:v>0.68500000000000005</c:v>
                </c:pt>
                <c:pt idx="27">
                  <c:v>0.71919999999999995</c:v>
                </c:pt>
                <c:pt idx="28">
                  <c:v>0.75229999999999997</c:v>
                </c:pt>
                <c:pt idx="29">
                  <c:v>0.78390000000000004</c:v>
                </c:pt>
                <c:pt idx="30">
                  <c:v>0.81399999999999995</c:v>
                </c:pt>
                <c:pt idx="31">
                  <c:v>0.84219999999999995</c:v>
                </c:pt>
                <c:pt idx="32">
                  <c:v>0.86860000000000004</c:v>
                </c:pt>
                <c:pt idx="33">
                  <c:v>0.89290000000000003</c:v>
                </c:pt>
                <c:pt idx="34">
                  <c:v>0.91490000000000005</c:v>
                </c:pt>
                <c:pt idx="35">
                  <c:v>0.93469999999999998</c:v>
                </c:pt>
                <c:pt idx="36">
                  <c:v>0.95199999999999996</c:v>
                </c:pt>
                <c:pt idx="37">
                  <c:v>0.9667</c:v>
                </c:pt>
                <c:pt idx="38">
                  <c:v>0.9788</c:v>
                </c:pt>
                <c:pt idx="39">
                  <c:v>0.98829999999999996</c:v>
                </c:pt>
                <c:pt idx="40">
                  <c:v>0.995</c:v>
                </c:pt>
                <c:pt idx="41">
                  <c:v>0.99890000000000001</c:v>
                </c:pt>
                <c:pt idx="42">
                  <c:v>1</c:v>
                </c:pt>
                <c:pt idx="43">
                  <c:v>0.99829999999999997</c:v>
                </c:pt>
                <c:pt idx="44">
                  <c:v>0.99380000000000002</c:v>
                </c:pt>
                <c:pt idx="45">
                  <c:v>0.98650000000000004</c:v>
                </c:pt>
                <c:pt idx="46">
                  <c:v>0.97650000000000003</c:v>
                </c:pt>
                <c:pt idx="47">
                  <c:v>0.96379999999999999</c:v>
                </c:pt>
                <c:pt idx="48">
                  <c:v>0.94850000000000001</c:v>
                </c:pt>
                <c:pt idx="49">
                  <c:v>0.93069999999999997</c:v>
                </c:pt>
                <c:pt idx="50">
                  <c:v>0.91039999999999999</c:v>
                </c:pt>
                <c:pt idx="51">
                  <c:v>0.88790000000000002</c:v>
                </c:pt>
                <c:pt idx="52">
                  <c:v>0.86309999999999998</c:v>
                </c:pt>
                <c:pt idx="53">
                  <c:v>0.83640000000000003</c:v>
                </c:pt>
                <c:pt idx="54">
                  <c:v>0.80769999999999997</c:v>
                </c:pt>
                <c:pt idx="55">
                  <c:v>0.77729999999999999</c:v>
                </c:pt>
                <c:pt idx="56">
                  <c:v>0.74539999999999995</c:v>
                </c:pt>
                <c:pt idx="57">
                  <c:v>0.71209999999999996</c:v>
                </c:pt>
                <c:pt idx="58">
                  <c:v>0.67749999999999999</c:v>
                </c:pt>
                <c:pt idx="59">
                  <c:v>0.64200000000000002</c:v>
                </c:pt>
                <c:pt idx="60">
                  <c:v>0.60570000000000002</c:v>
                </c:pt>
                <c:pt idx="61">
                  <c:v>0.56879999999999997</c:v>
                </c:pt>
                <c:pt idx="62">
                  <c:v>0.53149999999999997</c:v>
                </c:pt>
                <c:pt idx="63">
                  <c:v>0.49399999999999999</c:v>
                </c:pt>
                <c:pt idx="64">
                  <c:v>0.45660000000000001</c:v>
                </c:pt>
                <c:pt idx="65">
                  <c:v>0.4194</c:v>
                </c:pt>
                <c:pt idx="66">
                  <c:v>0.3826</c:v>
                </c:pt>
                <c:pt idx="67">
                  <c:v>0.34660000000000002</c:v>
                </c:pt>
                <c:pt idx="68">
                  <c:v>0.31130000000000002</c:v>
                </c:pt>
                <c:pt idx="69">
                  <c:v>0.2772</c:v>
                </c:pt>
                <c:pt idx="70">
                  <c:v>0.24429999999999999</c:v>
                </c:pt>
                <c:pt idx="71">
                  <c:v>0.21279999999999999</c:v>
                </c:pt>
                <c:pt idx="72">
                  <c:v>0.18290000000000001</c:v>
                </c:pt>
                <c:pt idx="73">
                  <c:v>0.15490000000000001</c:v>
                </c:pt>
                <c:pt idx="74">
                  <c:v>0.12870000000000001</c:v>
                </c:pt>
                <c:pt idx="75">
                  <c:v>0.1047</c:v>
                </c:pt>
                <c:pt idx="76">
                  <c:v>8.2900000000000001E-2</c:v>
                </c:pt>
                <c:pt idx="77">
                  <c:v>6.3399999999999998E-2</c:v>
                </c:pt>
                <c:pt idx="78">
                  <c:v>4.6399999999999997E-2</c:v>
                </c:pt>
                <c:pt idx="79">
                  <c:v>3.1899999999999998E-2</c:v>
                </c:pt>
                <c:pt idx="80">
                  <c:v>0.02</c:v>
                </c:pt>
                <c:pt idx="81">
                  <c:v>1.09E-2</c:v>
                </c:pt>
                <c:pt idx="82">
                  <c:v>4.4999999999999997E-3</c:v>
                </c:pt>
                <c:pt idx="83">
                  <c:v>8.9999999999999998E-4</c:v>
                </c:pt>
                <c:pt idx="84">
                  <c:v>1E-4</c:v>
                </c:pt>
                <c:pt idx="85">
                  <c:v>2.0999999999999999E-3</c:v>
                </c:pt>
                <c:pt idx="86">
                  <c:v>6.8999999999999999E-3</c:v>
                </c:pt>
                <c:pt idx="87">
                  <c:v>1.44E-2</c:v>
                </c:pt>
                <c:pt idx="88">
                  <c:v>2.47E-2</c:v>
                </c:pt>
                <c:pt idx="89">
                  <c:v>3.7699999999999997E-2</c:v>
                </c:pt>
                <c:pt idx="90">
                  <c:v>5.33E-2</c:v>
                </c:pt>
                <c:pt idx="91">
                  <c:v>7.1400000000000005E-2</c:v>
                </c:pt>
                <c:pt idx="92">
                  <c:v>9.1899999999999996E-2</c:v>
                </c:pt>
                <c:pt idx="93">
                  <c:v>0.1147</c:v>
                </c:pt>
                <c:pt idx="94">
                  <c:v>0.1396</c:v>
                </c:pt>
                <c:pt idx="95">
                  <c:v>0.1666</c:v>
                </c:pt>
                <c:pt idx="96">
                  <c:v>0.19539999999999999</c:v>
                </c:pt>
                <c:pt idx="97">
                  <c:v>0.22600000000000001</c:v>
                </c:pt>
                <c:pt idx="98">
                  <c:v>0.2581</c:v>
                </c:pt>
                <c:pt idx="99">
                  <c:v>0.29160000000000003</c:v>
                </c:pt>
                <c:pt idx="100">
                  <c:v>0.32619999999999999</c:v>
                </c:pt>
                <c:pt idx="101">
                  <c:v>0.36180000000000001</c:v>
                </c:pt>
                <c:pt idx="102">
                  <c:v>0.3982</c:v>
                </c:pt>
                <c:pt idx="103">
                  <c:v>0.43519999999999998</c:v>
                </c:pt>
                <c:pt idx="104">
                  <c:v>0.47249999999999998</c:v>
                </c:pt>
                <c:pt idx="105">
                  <c:v>0.51</c:v>
                </c:pt>
                <c:pt idx="106">
                  <c:v>0.5474</c:v>
                </c:pt>
                <c:pt idx="107">
                  <c:v>0.58460000000000001</c:v>
                </c:pt>
                <c:pt idx="108">
                  <c:v>0.62119999999999997</c:v>
                </c:pt>
                <c:pt idx="109">
                  <c:v>0.65720000000000001</c:v>
                </c:pt>
                <c:pt idx="110">
                  <c:v>0.69240000000000002</c:v>
                </c:pt>
                <c:pt idx="111">
                  <c:v>0.72640000000000005</c:v>
                </c:pt>
                <c:pt idx="112">
                  <c:v>0.75919999999999999</c:v>
                </c:pt>
                <c:pt idx="113">
                  <c:v>0.79049999999999998</c:v>
                </c:pt>
                <c:pt idx="114">
                  <c:v>0.82010000000000005</c:v>
                </c:pt>
                <c:pt idx="115">
                  <c:v>0.84799999999999998</c:v>
                </c:pt>
                <c:pt idx="116">
                  <c:v>0.87390000000000001</c:v>
                </c:pt>
                <c:pt idx="117">
                  <c:v>0.89770000000000005</c:v>
                </c:pt>
                <c:pt idx="118">
                  <c:v>0.91930000000000001</c:v>
                </c:pt>
                <c:pt idx="119">
                  <c:v>0.93859999999999999</c:v>
                </c:pt>
                <c:pt idx="120">
                  <c:v>0.95530000000000004</c:v>
                </c:pt>
                <c:pt idx="121">
                  <c:v>0.96950000000000003</c:v>
                </c:pt>
                <c:pt idx="122">
                  <c:v>0.98109999999999997</c:v>
                </c:pt>
                <c:pt idx="123">
                  <c:v>0.9899</c:v>
                </c:pt>
                <c:pt idx="124">
                  <c:v>0.996</c:v>
                </c:pt>
                <c:pt idx="125">
                  <c:v>0.99929999999999997</c:v>
                </c:pt>
                <c:pt idx="126">
                  <c:v>0.99990000000000001</c:v>
                </c:pt>
                <c:pt idx="127">
                  <c:v>0.99760000000000004</c:v>
                </c:pt>
                <c:pt idx="128">
                  <c:v>0.99250000000000005</c:v>
                </c:pt>
                <c:pt idx="129">
                  <c:v>0.98460000000000003</c:v>
                </c:pt>
                <c:pt idx="130">
                  <c:v>0.97399999999999998</c:v>
                </c:pt>
                <c:pt idx="131">
                  <c:v>0.9607</c:v>
                </c:pt>
                <c:pt idx="132">
                  <c:v>0.94489999999999996</c:v>
                </c:pt>
                <c:pt idx="133">
                  <c:v>0.92659999999999998</c:v>
                </c:pt>
                <c:pt idx="134">
                  <c:v>0.90580000000000005</c:v>
                </c:pt>
                <c:pt idx="135">
                  <c:v>0.88280000000000003</c:v>
                </c:pt>
                <c:pt idx="136">
                  <c:v>0.85760000000000003</c:v>
                </c:pt>
                <c:pt idx="137">
                  <c:v>0.83040000000000003</c:v>
                </c:pt>
                <c:pt idx="138">
                  <c:v>0.8014</c:v>
                </c:pt>
                <c:pt idx="139">
                  <c:v>0.77070000000000005</c:v>
                </c:pt>
                <c:pt idx="140">
                  <c:v>0.73839999999999995</c:v>
                </c:pt>
                <c:pt idx="141">
                  <c:v>0.70479999999999998</c:v>
                </c:pt>
                <c:pt idx="142">
                  <c:v>0.67</c:v>
                </c:pt>
                <c:pt idx="143">
                  <c:v>0.63429999999999997</c:v>
                </c:pt>
                <c:pt idx="144">
                  <c:v>0.59789999999999999</c:v>
                </c:pt>
                <c:pt idx="145">
                  <c:v>0.56089999999999995</c:v>
                </c:pt>
                <c:pt idx="146">
                  <c:v>0.52349999999999997</c:v>
                </c:pt>
                <c:pt idx="147">
                  <c:v>0.48599999999999999</c:v>
                </c:pt>
                <c:pt idx="148">
                  <c:v>0.4486</c:v>
                </c:pt>
                <c:pt idx="149">
                  <c:v>0.41149999999999998</c:v>
                </c:pt>
                <c:pt idx="150">
                  <c:v>0.37490000000000001</c:v>
                </c:pt>
                <c:pt idx="151">
                  <c:v>0.33900000000000002</c:v>
                </c:pt>
                <c:pt idx="152">
                  <c:v>0.30399999999999999</c:v>
                </c:pt>
                <c:pt idx="153">
                  <c:v>0.27010000000000001</c:v>
                </c:pt>
                <c:pt idx="154">
                  <c:v>0.2374</c:v>
                </c:pt>
                <c:pt idx="155">
                  <c:v>0.20630000000000001</c:v>
                </c:pt>
                <c:pt idx="156">
                  <c:v>0.17680000000000001</c:v>
                </c:pt>
                <c:pt idx="157">
                  <c:v>0.14910000000000001</c:v>
                </c:pt>
                <c:pt idx="158">
                  <c:v>0.1234</c:v>
                </c:pt>
                <c:pt idx="159">
                  <c:v>9.98E-2</c:v>
                </c:pt>
                <c:pt idx="160">
                  <c:v>7.85E-2</c:v>
                </c:pt>
                <c:pt idx="161">
                  <c:v>5.9499999999999997E-2</c:v>
                </c:pt>
                <c:pt idx="162">
                  <c:v>4.3099999999999999E-2</c:v>
                </c:pt>
                <c:pt idx="163">
                  <c:v>2.9100000000000001E-2</c:v>
                </c:pt>
                <c:pt idx="164">
                  <c:v>1.7899999999999999E-2</c:v>
                </c:pt>
                <c:pt idx="165">
                  <c:v>9.2999999999999992E-3</c:v>
                </c:pt>
                <c:pt idx="166">
                  <c:v>3.5000000000000001E-3</c:v>
                </c:pt>
                <c:pt idx="167">
                  <c:v>5.0000000000000001E-4</c:v>
                </c:pt>
                <c:pt idx="168">
                  <c:v>2.9999999999999997E-4</c:v>
                </c:pt>
                <c:pt idx="169">
                  <c:v>2.8999999999999998E-3</c:v>
                </c:pt>
                <c:pt idx="170">
                  <c:v>8.2000000000000007E-3</c:v>
                </c:pt>
                <c:pt idx="171">
                  <c:v>1.6400000000000001E-2</c:v>
                </c:pt>
                <c:pt idx="172">
                  <c:v>2.7300000000000001E-2</c:v>
                </c:pt>
                <c:pt idx="173">
                  <c:v>4.0800000000000003E-2</c:v>
                </c:pt>
                <c:pt idx="174">
                  <c:v>5.6899999999999999E-2</c:v>
                </c:pt>
                <c:pt idx="175">
                  <c:v>7.5499999999999998E-2</c:v>
                </c:pt>
                <c:pt idx="176">
                  <c:v>9.6500000000000002E-2</c:v>
                </c:pt>
                <c:pt idx="177">
                  <c:v>0.1198</c:v>
                </c:pt>
                <c:pt idx="178">
                  <c:v>0.1452</c:v>
                </c:pt>
                <c:pt idx="179">
                  <c:v>0.1726</c:v>
                </c:pt>
                <c:pt idx="180">
                  <c:v>0.20180000000000001</c:v>
                </c:pt>
                <c:pt idx="181">
                  <c:v>0.23269999999999999</c:v>
                </c:pt>
                <c:pt idx="182">
                  <c:v>0.2651</c:v>
                </c:pt>
                <c:pt idx="183">
                  <c:v>0.29880000000000001</c:v>
                </c:pt>
                <c:pt idx="184">
                  <c:v>0.3337</c:v>
                </c:pt>
                <c:pt idx="185">
                  <c:v>0.3695</c:v>
                </c:pt>
                <c:pt idx="186">
                  <c:v>0.40600000000000003</c:v>
                </c:pt>
                <c:pt idx="187">
                  <c:v>0.44309999999999999</c:v>
                </c:pt>
                <c:pt idx="188">
                  <c:v>0.48049999999999998</c:v>
                </c:pt>
                <c:pt idx="189">
                  <c:v>0.51800000000000002</c:v>
                </c:pt>
                <c:pt idx="190">
                  <c:v>0.55530000000000002</c:v>
                </c:pt>
                <c:pt idx="191">
                  <c:v>0.59240000000000004</c:v>
                </c:pt>
                <c:pt idx="192">
                  <c:v>0.629</c:v>
                </c:pt>
                <c:pt idx="193">
                  <c:v>0.66479999999999995</c:v>
                </c:pt>
                <c:pt idx="194">
                  <c:v>0.69969999999999999</c:v>
                </c:pt>
                <c:pt idx="195">
                  <c:v>0.73350000000000004</c:v>
                </c:pt>
                <c:pt idx="196">
                  <c:v>0.76590000000000003</c:v>
                </c:pt>
                <c:pt idx="197">
                  <c:v>0.79690000000000005</c:v>
                </c:pt>
                <c:pt idx="198">
                  <c:v>0.82620000000000005</c:v>
                </c:pt>
                <c:pt idx="199">
                  <c:v>0.85370000000000001</c:v>
                </c:pt>
                <c:pt idx="200">
                  <c:v>0.87919999999999998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E5F-E147-976A-A878C475CF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time (ps)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20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D42"/>
                </a:solidFill>
                <a:latin typeface="DejaVu Sans"/>
              </a:defRPr>
            </a:pPr>
            <a:r>
              <a:rPr lang="en-US" sz="1200" b="0" i="0" u="none" strike="noStrike">
                <a:solidFill>
                  <a:srgbClr val="152D42"/>
                </a:solidFill>
                <a:latin typeface="DejaVu Sans"/>
              </a:rPr>
              <a:t>Measured absorption peak </a:t>
            </a:r>
            <a:r>
              <a:rPr lang="el-GR" sz="1200" b="0" i="0" u="none" strike="noStrike">
                <a:solidFill>
                  <a:srgbClr val="152D42"/>
                </a:solidFill>
                <a:latin typeface="DejaVu Sans"/>
              </a:rPr>
              <a:t>λ</a:t>
            </a:r>
            <a:r>
              <a:rPr lang="en-US" sz="1200" b="0" i="0" u="none" strike="noStrike">
                <a:solidFill>
                  <a:srgbClr val="152D42"/>
                </a:solidFill>
                <a:latin typeface="DejaVu Sans"/>
              </a:rPr>
              <a:t>max (nm)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1.7146776406035666E-2"/>
          <c:y val="7.9423245171276663E-2"/>
          <c:w val="0.94611013129531651"/>
          <c:h val="0.588233730399084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λmax (nm)</c:v>
                </c:pt>
              </c:strCache>
            </c:strRef>
          </c:tx>
          <c:spPr>
            <a:solidFill>
              <a:srgbClr val="152D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52D42"/>
                    </a:solidFill>
                    <a:latin typeface="DejaVu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
ethylene</c:v>
                </c:pt>
                <c:pt idx="1">
                  <c:v>4
butadiene</c:v>
                </c:pt>
                <c:pt idx="2">
                  <c:v>6
hexatriene</c:v>
                </c:pt>
                <c:pt idx="3">
                  <c:v>8
octatetraene</c:v>
                </c:pt>
                <c:pt idx="4">
                  <c:v>22
β-carotene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165</c:v>
                </c:pt>
                <c:pt idx="1">
                  <c:v>217</c:v>
                </c:pt>
                <c:pt idx="2">
                  <c:v>258</c:v>
                </c:pt>
                <c:pt idx="3">
                  <c:v>289</c:v>
                </c:pt>
                <c:pt idx="4">
                  <c:v>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75-1F42-A61C-A8AEEE24EB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000" b="0" i="0" u="none" strike="noStrike">
                    <a:solidFill>
                      <a:srgbClr val="506476"/>
                    </a:solidFill>
                    <a:latin typeface="DejaVu Sans"/>
                  </a:rPr>
                  <a:t>number of conjugated carbons 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= 0 RC</c:v>
                </c:pt>
              </c:strCache>
            </c:strRef>
          </c:tx>
          <c:spPr>
            <a:ln w="22225" cap="flat">
              <a:solidFill>
                <a:srgbClr val="B8C4D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8C4D0"/>
              </a:solidFill>
              <a:ln w="9525" cap="flat">
                <a:solidFill>
                  <a:srgbClr val="B8C4D0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058-2C41-81DF-E52150F5C3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 = 5 RC</c:v>
                </c:pt>
              </c:strCache>
            </c:strRef>
          </c:tx>
          <c:spPr>
            <a:ln w="22225" cap="flat">
              <a:solidFill>
                <a:srgbClr val="8A9AA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A9AAB"/>
              </a:solidFill>
              <a:ln w="9525" cap="flat">
                <a:solidFill>
                  <a:srgbClr val="8A9AAB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0.24909999999999999</c:v>
                </c:pt>
                <c:pt idx="2">
                  <c:v>0.47389999999999999</c:v>
                </c:pt>
                <c:pt idx="3">
                  <c:v>0.65739999999999998</c:v>
                </c:pt>
                <c:pt idx="4">
                  <c:v>0.79290000000000005</c:v>
                </c:pt>
                <c:pt idx="5">
                  <c:v>0.88380000000000003</c:v>
                </c:pt>
                <c:pt idx="6">
                  <c:v>0.9395</c:v>
                </c:pt>
                <c:pt idx="7">
                  <c:v>0.97070000000000001</c:v>
                </c:pt>
                <c:pt idx="8">
                  <c:v>0.98670000000000002</c:v>
                </c:pt>
                <c:pt idx="9">
                  <c:v>0.99419999999999997</c:v>
                </c:pt>
                <c:pt idx="10">
                  <c:v>0.997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058-2C41-81DF-E52150F5C3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 = 20 RC</c:v>
                </c:pt>
              </c:strCache>
            </c:strRef>
          </c:tx>
          <c:spPr>
            <a:ln w="22225" cap="flat">
              <a:solidFill>
                <a:srgbClr val="50647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506476"/>
              </a:solidFill>
              <a:ln w="9525" cap="flat">
                <a:solidFill>
                  <a:srgbClr val="506476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0.1246</c:v>
                </c:pt>
                <c:pt idx="2">
                  <c:v>0.24579999999999999</c:v>
                </c:pt>
                <c:pt idx="3">
                  <c:v>0.36049999999999999</c:v>
                </c:pt>
                <c:pt idx="4">
                  <c:v>0.4657</c:v>
                </c:pt>
                <c:pt idx="5">
                  <c:v>0.55920000000000003</c:v>
                </c:pt>
                <c:pt idx="6">
                  <c:v>0.63900000000000001</c:v>
                </c:pt>
                <c:pt idx="7">
                  <c:v>0.70399999999999996</c:v>
                </c:pt>
                <c:pt idx="8">
                  <c:v>0.75329999999999997</c:v>
                </c:pt>
                <c:pt idx="9">
                  <c:v>0.78639999999999999</c:v>
                </c:pt>
                <c:pt idx="10">
                  <c:v>0.80289999999999995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058-2C41-81DF-E52150F5C30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 = 50 RC</c:v>
                </c:pt>
              </c:strCache>
            </c:strRef>
          </c:tx>
          <c:spPr>
            <a:ln w="22225" cap="flat">
              <a:solidFill>
                <a:srgbClr val="152D4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52D42"/>
              </a:solidFill>
              <a:ln w="9525" cap="flat">
                <a:solidFill>
                  <a:srgbClr val="152D42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6.2E-2</c:v>
                </c:pt>
                <c:pt idx="2">
                  <c:v>0.1226</c:v>
                </c:pt>
                <c:pt idx="3">
                  <c:v>0.18049999999999999</c:v>
                </c:pt>
                <c:pt idx="4">
                  <c:v>0.23430000000000001</c:v>
                </c:pt>
                <c:pt idx="5">
                  <c:v>0.28289999999999998</c:v>
                </c:pt>
                <c:pt idx="6">
                  <c:v>0.32519999999999999</c:v>
                </c:pt>
                <c:pt idx="7">
                  <c:v>0.36020000000000002</c:v>
                </c:pt>
                <c:pt idx="8">
                  <c:v>0.38719999999999999</c:v>
                </c:pt>
                <c:pt idx="9">
                  <c:v>0.40550000000000003</c:v>
                </c:pt>
                <c:pt idx="10">
                  <c:v>0.4148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058-2C41-81DF-E52150F5C30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 = 100 RC</c:v>
                </c:pt>
              </c:strCache>
            </c:strRef>
          </c:tx>
          <c:spPr>
            <a:ln w="22225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31F34"/>
              </a:solidFill>
              <a:ln w="9525" cap="flat">
                <a:solidFill>
                  <a:srgbClr val="A31F34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2.0299999999999999E-2</c:v>
                </c:pt>
                <c:pt idx="2">
                  <c:v>4.0099999999999997E-2</c:v>
                </c:pt>
                <c:pt idx="3">
                  <c:v>5.91E-2</c:v>
                </c:pt>
                <c:pt idx="4">
                  <c:v>7.6700000000000004E-2</c:v>
                </c:pt>
                <c:pt idx="5">
                  <c:v>9.2600000000000002E-2</c:v>
                </c:pt>
                <c:pt idx="6">
                  <c:v>0.10639999999999999</c:v>
                </c:pt>
                <c:pt idx="7">
                  <c:v>0.1179</c:v>
                </c:pt>
                <c:pt idx="8">
                  <c:v>0.12670000000000001</c:v>
                </c:pt>
                <c:pt idx="9">
                  <c:v>0.13270000000000001</c:v>
                </c:pt>
                <c:pt idx="10">
                  <c:v>0.1358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058-2C41-81DF-E52150F5C3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node j (n = 10; node 0 is grounded)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f₊/f₀ (in phase)</c:v>
                </c:pt>
              </c:strCache>
            </c:strRef>
          </c:tx>
          <c:spPr>
            <a:ln w="28575" cap="flat">
              <a:solidFill>
                <a:srgbClr val="152D4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0.995</c:v>
                </c:pt>
                <c:pt idx="2">
                  <c:v>0.99009999999999998</c:v>
                </c:pt>
                <c:pt idx="3">
                  <c:v>0.98529999999999995</c:v>
                </c:pt>
                <c:pt idx="4">
                  <c:v>0.98060000000000003</c:v>
                </c:pt>
                <c:pt idx="5">
                  <c:v>0.97589999999999999</c:v>
                </c:pt>
                <c:pt idx="6">
                  <c:v>0.97130000000000005</c:v>
                </c:pt>
                <c:pt idx="7">
                  <c:v>0.9667</c:v>
                </c:pt>
                <c:pt idx="8">
                  <c:v>0.96230000000000004</c:v>
                </c:pt>
                <c:pt idx="9">
                  <c:v>0.95779999999999998</c:v>
                </c:pt>
                <c:pt idx="10">
                  <c:v>0.95350000000000001</c:v>
                </c:pt>
                <c:pt idx="11">
                  <c:v>0.94920000000000004</c:v>
                </c:pt>
                <c:pt idx="12">
                  <c:v>0.94489999999999996</c:v>
                </c:pt>
                <c:pt idx="13">
                  <c:v>0.94069999999999998</c:v>
                </c:pt>
                <c:pt idx="14">
                  <c:v>0.93659999999999999</c:v>
                </c:pt>
                <c:pt idx="15">
                  <c:v>0.9325</c:v>
                </c:pt>
                <c:pt idx="16">
                  <c:v>0.92849999999999999</c:v>
                </c:pt>
                <c:pt idx="17">
                  <c:v>0.92449999999999999</c:v>
                </c:pt>
                <c:pt idx="18">
                  <c:v>0.92059999999999997</c:v>
                </c:pt>
                <c:pt idx="19">
                  <c:v>0.91669999999999996</c:v>
                </c:pt>
                <c:pt idx="20">
                  <c:v>0.91290000000000004</c:v>
                </c:pt>
                <c:pt idx="21">
                  <c:v>0.90910000000000002</c:v>
                </c:pt>
                <c:pt idx="22">
                  <c:v>0.90539999999999998</c:v>
                </c:pt>
                <c:pt idx="23">
                  <c:v>0.90169999999999995</c:v>
                </c:pt>
                <c:pt idx="24">
                  <c:v>0.89800000000000002</c:v>
                </c:pt>
                <c:pt idx="25">
                  <c:v>0.89439999999999997</c:v>
                </c:pt>
                <c:pt idx="26">
                  <c:v>0.89090000000000003</c:v>
                </c:pt>
                <c:pt idx="27">
                  <c:v>0.88739999999999997</c:v>
                </c:pt>
                <c:pt idx="28">
                  <c:v>0.88390000000000002</c:v>
                </c:pt>
                <c:pt idx="29">
                  <c:v>0.88049999999999995</c:v>
                </c:pt>
                <c:pt idx="30">
                  <c:v>0.87709999999999999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165-874C-9E4F-75A62F52ED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f₋/f₀ (out of phase)</c:v>
                </c:pt>
              </c:strCache>
            </c:strRef>
          </c:tx>
          <c:spPr>
            <a:ln w="28575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</c:numCache>
            </c:numRef>
          </c:xVal>
          <c:y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1.0049999999999999</c:v>
                </c:pt>
                <c:pt idx="2">
                  <c:v>1.0102</c:v>
                </c:pt>
                <c:pt idx="3">
                  <c:v>1.0153000000000001</c:v>
                </c:pt>
                <c:pt idx="4">
                  <c:v>1.0206</c:v>
                </c:pt>
                <c:pt idx="5">
                  <c:v>1.026</c:v>
                </c:pt>
                <c:pt idx="6">
                  <c:v>1.0314000000000001</c:v>
                </c:pt>
                <c:pt idx="7">
                  <c:v>1.0369999999999999</c:v>
                </c:pt>
                <c:pt idx="8">
                  <c:v>1.0426</c:v>
                </c:pt>
                <c:pt idx="9">
                  <c:v>1.0483</c:v>
                </c:pt>
                <c:pt idx="10">
                  <c:v>1.0541</c:v>
                </c:pt>
                <c:pt idx="11">
                  <c:v>1.06</c:v>
                </c:pt>
                <c:pt idx="12">
                  <c:v>1.0660000000000001</c:v>
                </c:pt>
                <c:pt idx="13">
                  <c:v>1.0721000000000001</c:v>
                </c:pt>
                <c:pt idx="14">
                  <c:v>1.0783</c:v>
                </c:pt>
                <c:pt idx="15">
                  <c:v>1.0847</c:v>
                </c:pt>
                <c:pt idx="16">
                  <c:v>1.0911</c:v>
                </c:pt>
                <c:pt idx="17">
                  <c:v>1.0975999999999999</c:v>
                </c:pt>
                <c:pt idx="18">
                  <c:v>1.1043000000000001</c:v>
                </c:pt>
                <c:pt idx="19">
                  <c:v>1.1111</c:v>
                </c:pt>
                <c:pt idx="20">
                  <c:v>1.1180000000000001</c:v>
                </c:pt>
                <c:pt idx="21">
                  <c:v>1.1251</c:v>
                </c:pt>
                <c:pt idx="22">
                  <c:v>1.1323000000000001</c:v>
                </c:pt>
                <c:pt idx="23">
                  <c:v>1.1395999999999999</c:v>
                </c:pt>
                <c:pt idx="24">
                  <c:v>1.1471</c:v>
                </c:pt>
                <c:pt idx="25">
                  <c:v>1.1547000000000001</c:v>
                </c:pt>
                <c:pt idx="26">
                  <c:v>1.1625000000000001</c:v>
                </c:pt>
                <c:pt idx="27">
                  <c:v>1.1704000000000001</c:v>
                </c:pt>
                <c:pt idx="28">
                  <c:v>1.1785000000000001</c:v>
                </c:pt>
                <c:pt idx="29">
                  <c:v>1.1868000000000001</c:v>
                </c:pt>
                <c:pt idx="30">
                  <c:v>1.1952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165-874C-9E4F-75A62F52E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3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coupling </a:t>
                </a:r>
                <a:r>
                  <a:rPr lang="el-GR" sz="1100" b="0" i="0" u="none" strike="noStrike">
                    <a:solidFill>
                      <a:srgbClr val="506476"/>
                    </a:solidFill>
                    <a:latin typeface="DejaVu Sans"/>
                  </a:rPr>
                  <a:t>κ = </a:t>
                </a: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M/L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0.1"/>
      </c:valAx>
      <c:valAx>
        <c:axId val="2094734552"/>
        <c:scaling>
          <c:orientation val="minMax"/>
          <c:max val="1.2"/>
          <c:min val="0.85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0.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D42"/>
                </a:solidFill>
                <a:latin typeface="DejaVu Sans"/>
              </a:defRPr>
            </a:pPr>
            <a:r>
              <a:rPr lang="en-US" sz="1200" b="0" i="0" u="none" strike="noStrike">
                <a:solidFill>
                  <a:srgbClr val="152D42"/>
                </a:solidFill>
                <a:latin typeface="DejaVu Sans"/>
              </a:rPr>
              <a:t>Lake Erie seiche periods (hours)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A31F3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52D42"/>
                    </a:solidFill>
                    <a:latin typeface="DejaVu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 = 1</c:v>
                </c:pt>
                <c:pt idx="1">
                  <c:v>n = 2</c:v>
                </c:pt>
                <c:pt idx="2">
                  <c:v>n = 3</c:v>
                </c:pt>
                <c:pt idx="3">
                  <c:v>n =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</c:v>
                </c:pt>
                <c:pt idx="1">
                  <c:v>9.1999999999999993</c:v>
                </c:pt>
                <c:pt idx="2">
                  <c:v>6</c:v>
                </c:pt>
                <c:pt idx="3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3-404B-8A73-D7576EBB74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flat bottom (Merian)</c:v>
                </c:pt>
              </c:strCache>
            </c:strRef>
          </c:tx>
          <c:spPr>
            <a:solidFill>
              <a:srgbClr val="8A9AA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52D42"/>
                    </a:solidFill>
                    <a:latin typeface="DejaVu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 = 1</c:v>
                </c:pt>
                <c:pt idx="1">
                  <c:v>n = 2</c:v>
                </c:pt>
                <c:pt idx="2">
                  <c:v>n = 3</c:v>
                </c:pt>
                <c:pt idx="3">
                  <c:v>n =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15.79</c:v>
                </c:pt>
                <c:pt idx="1">
                  <c:v>7.89</c:v>
                </c:pt>
                <c:pt idx="2">
                  <c:v>5.26</c:v>
                </c:pt>
                <c:pt idx="3">
                  <c:v>3.95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73-404B-8A73-D7576EBB74C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parabolic bottom</c:v>
                </c:pt>
              </c:strCache>
            </c:strRef>
          </c:tx>
          <c:spPr>
            <a:solidFill>
              <a:srgbClr val="152D4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52D42"/>
                    </a:solidFill>
                    <a:latin typeface="DejaVu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 = 1</c:v>
                </c:pt>
                <c:pt idx="1">
                  <c:v>n = 2</c:v>
                </c:pt>
                <c:pt idx="2">
                  <c:v>n = 3</c:v>
                </c:pt>
                <c:pt idx="3">
                  <c:v>n =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14.32</c:v>
                </c:pt>
                <c:pt idx="1">
                  <c:v>8.27</c:v>
                </c:pt>
                <c:pt idx="2">
                  <c:v>5.85</c:v>
                </c:pt>
                <c:pt idx="3">
                  <c:v>4.53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73-404B-8A73-D7576EBB74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 cosh²(κz)</c:v>
                </c:pt>
              </c:strCache>
            </c:strRef>
          </c:tx>
          <c:spPr>
            <a:ln w="28575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1</c:v>
                </c:pt>
                <c:pt idx="1">
                  <c:v>1.0024999999999999</c:v>
                </c:pt>
                <c:pt idx="2">
                  <c:v>1.01</c:v>
                </c:pt>
                <c:pt idx="3">
                  <c:v>1.0226999999999999</c:v>
                </c:pt>
                <c:pt idx="4">
                  <c:v>1.0405</c:v>
                </c:pt>
                <c:pt idx="5">
                  <c:v>1.0638000000000001</c:v>
                </c:pt>
                <c:pt idx="6">
                  <c:v>1.0927</c:v>
                </c:pt>
                <c:pt idx="7">
                  <c:v>1.1275999999999999</c:v>
                </c:pt>
                <c:pt idx="8">
                  <c:v>1.1687000000000001</c:v>
                </c:pt>
                <c:pt idx="9">
                  <c:v>1.2164999999999999</c:v>
                </c:pt>
                <c:pt idx="10">
                  <c:v>1.2715000000000001</c:v>
                </c:pt>
                <c:pt idx="11">
                  <c:v>1.3343</c:v>
                </c:pt>
                <c:pt idx="12">
                  <c:v>1.4053</c:v>
                </c:pt>
                <c:pt idx="13">
                  <c:v>1.4855</c:v>
                </c:pt>
                <c:pt idx="14">
                  <c:v>1.5753999999999999</c:v>
                </c:pt>
                <c:pt idx="15">
                  <c:v>1.6761999999999999</c:v>
                </c:pt>
                <c:pt idx="16">
                  <c:v>1.7887</c:v>
                </c:pt>
                <c:pt idx="17">
                  <c:v>1.9141999999999999</c:v>
                </c:pt>
                <c:pt idx="18">
                  <c:v>2.0537000000000001</c:v>
                </c:pt>
                <c:pt idx="19">
                  <c:v>2.2088999999999999</c:v>
                </c:pt>
                <c:pt idx="20">
                  <c:v>2.3811</c:v>
                </c:pt>
                <c:pt idx="21">
                  <c:v>2.5722</c:v>
                </c:pt>
                <c:pt idx="22">
                  <c:v>2.7839999999999998</c:v>
                </c:pt>
                <c:pt idx="23">
                  <c:v>3.0186000000000002</c:v>
                </c:pt>
                <c:pt idx="24">
                  <c:v>3.2785000000000002</c:v>
                </c:pt>
                <c:pt idx="25">
                  <c:v>3.5661</c:v>
                </c:pt>
                <c:pt idx="26">
                  <c:v>3.8845000000000001</c:v>
                </c:pt>
                <c:pt idx="27">
                  <c:v>4.2366999999999999</c:v>
                </c:pt>
                <c:pt idx="28">
                  <c:v>4.6264000000000003</c:v>
                </c:pt>
                <c:pt idx="29">
                  <c:v>5.0572999999999997</c:v>
                </c:pt>
                <c:pt idx="30">
                  <c:v>5.5338000000000003</c:v>
                </c:pt>
                <c:pt idx="31">
                  <c:v>6.0608000000000004</c:v>
                </c:pt>
                <c:pt idx="32">
                  <c:v>6.6433</c:v>
                </c:pt>
                <c:pt idx="33">
                  <c:v>7.2873999999999999</c:v>
                </c:pt>
                <c:pt idx="34">
                  <c:v>7.9993999999999996</c:v>
                </c:pt>
                <c:pt idx="35">
                  <c:v>8.7864000000000004</c:v>
                </c:pt>
                <c:pt idx="36">
                  <c:v>9.6563999999999997</c:v>
                </c:pt>
                <c:pt idx="37">
                  <c:v>10.618</c:v>
                </c:pt>
                <c:pt idx="38">
                  <c:v>11.680899999999999</c:v>
                </c:pt>
                <c:pt idx="39">
                  <c:v>12.855700000000001</c:v>
                </c:pt>
                <c:pt idx="40">
                  <c:v>14.1541</c:v>
                </c:pt>
                <c:pt idx="41">
                  <c:v>15.5892</c:v>
                </c:pt>
                <c:pt idx="42">
                  <c:v>17.1753</c:v>
                </c:pt>
                <c:pt idx="43">
                  <c:v>18.9283</c:v>
                </c:pt>
                <c:pt idx="44">
                  <c:v>20.8658</c:v>
                </c:pt>
                <c:pt idx="45">
                  <c:v>23.007100000000001</c:v>
                </c:pt>
                <c:pt idx="46">
                  <c:v>25.3736</c:v>
                </c:pt>
                <c:pt idx="47">
                  <c:v>27.989100000000001</c:v>
                </c:pt>
                <c:pt idx="48">
                  <c:v>30.8797</c:v>
                </c:pt>
                <c:pt idx="49">
                  <c:v>34.074300000000001</c:v>
                </c:pt>
                <c:pt idx="50">
                  <c:v>37.604999999999997</c:v>
                </c:pt>
                <c:pt idx="51">
                  <c:v>41.506999999999998</c:v>
                </c:pt>
                <c:pt idx="52">
                  <c:v>45.819400000000002</c:v>
                </c:pt>
                <c:pt idx="53">
                  <c:v>50.585500000000003</c:v>
                </c:pt>
                <c:pt idx="54">
                  <c:v>55.852699999999999</c:v>
                </c:pt>
                <c:pt idx="55">
                  <c:v>61.673999999999999</c:v>
                </c:pt>
                <c:pt idx="56">
                  <c:v>68.107500000000002</c:v>
                </c:pt>
                <c:pt idx="57">
                  <c:v>75.217699999999994</c:v>
                </c:pt>
                <c:pt idx="58">
                  <c:v>83.075599999999994</c:v>
                </c:pt>
                <c:pt idx="59">
                  <c:v>91.760099999999994</c:v>
                </c:pt>
                <c:pt idx="60">
                  <c:v>101.3578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0DC-434E-B95C-340FFB15F2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idler sinh²(κz)</c:v>
                </c:pt>
              </c:strCache>
            </c:strRef>
          </c:tx>
          <c:spPr>
            <a:ln w="28575" cap="flat">
              <a:solidFill>
                <a:srgbClr val="8A9AAB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Sheet1!$C$2:$C$62</c:f>
              <c:numCache>
                <c:formatCode>General</c:formatCode>
                <c:ptCount val="61"/>
                <c:pt idx="0">
                  <c:v>0</c:v>
                </c:pt>
                <c:pt idx="1">
                  <c:v>2.5000000000000001E-3</c:v>
                </c:pt>
                <c:pt idx="2">
                  <c:v>0.01</c:v>
                </c:pt>
                <c:pt idx="3">
                  <c:v>2.2700000000000001E-2</c:v>
                </c:pt>
                <c:pt idx="4">
                  <c:v>4.0500000000000001E-2</c:v>
                </c:pt>
                <c:pt idx="5">
                  <c:v>6.3799999999999996E-2</c:v>
                </c:pt>
                <c:pt idx="6">
                  <c:v>9.2700000000000005E-2</c:v>
                </c:pt>
                <c:pt idx="7">
                  <c:v>0.12759999999999999</c:v>
                </c:pt>
                <c:pt idx="8">
                  <c:v>0.16869999999999999</c:v>
                </c:pt>
                <c:pt idx="9">
                  <c:v>0.2165</c:v>
                </c:pt>
                <c:pt idx="10">
                  <c:v>0.27150000000000002</c:v>
                </c:pt>
                <c:pt idx="11">
                  <c:v>0.33429999999999999</c:v>
                </c:pt>
                <c:pt idx="12">
                  <c:v>0.40529999999999999</c:v>
                </c:pt>
                <c:pt idx="13">
                  <c:v>0.48549999999999999</c:v>
                </c:pt>
                <c:pt idx="14">
                  <c:v>0.57540000000000002</c:v>
                </c:pt>
                <c:pt idx="15">
                  <c:v>0.67620000000000002</c:v>
                </c:pt>
                <c:pt idx="16">
                  <c:v>0.78869999999999996</c:v>
                </c:pt>
                <c:pt idx="17">
                  <c:v>0.91420000000000001</c:v>
                </c:pt>
                <c:pt idx="18">
                  <c:v>1.0537000000000001</c:v>
                </c:pt>
                <c:pt idx="19">
                  <c:v>1.2089000000000001</c:v>
                </c:pt>
                <c:pt idx="20">
                  <c:v>1.3811</c:v>
                </c:pt>
                <c:pt idx="21">
                  <c:v>1.5722</c:v>
                </c:pt>
                <c:pt idx="22">
                  <c:v>1.784</c:v>
                </c:pt>
                <c:pt idx="23">
                  <c:v>2.0186000000000002</c:v>
                </c:pt>
                <c:pt idx="24">
                  <c:v>2.2785000000000002</c:v>
                </c:pt>
                <c:pt idx="25">
                  <c:v>2.5661</c:v>
                </c:pt>
                <c:pt idx="26">
                  <c:v>2.8845000000000001</c:v>
                </c:pt>
                <c:pt idx="27">
                  <c:v>3.2366999999999999</c:v>
                </c:pt>
                <c:pt idx="28">
                  <c:v>3.6263999999999998</c:v>
                </c:pt>
                <c:pt idx="29">
                  <c:v>4.0572999999999997</c:v>
                </c:pt>
                <c:pt idx="30">
                  <c:v>4.5338000000000003</c:v>
                </c:pt>
                <c:pt idx="31">
                  <c:v>5.0608000000000004</c:v>
                </c:pt>
                <c:pt idx="32">
                  <c:v>5.6433</c:v>
                </c:pt>
                <c:pt idx="33">
                  <c:v>6.2873999999999999</c:v>
                </c:pt>
                <c:pt idx="34">
                  <c:v>6.9993999999999996</c:v>
                </c:pt>
                <c:pt idx="35">
                  <c:v>7.7864000000000004</c:v>
                </c:pt>
                <c:pt idx="36">
                  <c:v>8.6563999999999997</c:v>
                </c:pt>
                <c:pt idx="37">
                  <c:v>9.6180000000000003</c:v>
                </c:pt>
                <c:pt idx="38">
                  <c:v>10.680899999999999</c:v>
                </c:pt>
                <c:pt idx="39">
                  <c:v>11.855700000000001</c:v>
                </c:pt>
                <c:pt idx="40">
                  <c:v>13.1541</c:v>
                </c:pt>
                <c:pt idx="41">
                  <c:v>14.5892</c:v>
                </c:pt>
                <c:pt idx="42">
                  <c:v>16.1753</c:v>
                </c:pt>
                <c:pt idx="43">
                  <c:v>17.9283</c:v>
                </c:pt>
                <c:pt idx="44">
                  <c:v>19.8658</c:v>
                </c:pt>
                <c:pt idx="45">
                  <c:v>22.007100000000001</c:v>
                </c:pt>
                <c:pt idx="46">
                  <c:v>24.3736</c:v>
                </c:pt>
                <c:pt idx="47">
                  <c:v>26.989100000000001</c:v>
                </c:pt>
                <c:pt idx="48">
                  <c:v>29.8797</c:v>
                </c:pt>
                <c:pt idx="49">
                  <c:v>33.074300000000001</c:v>
                </c:pt>
                <c:pt idx="50">
                  <c:v>36.604999999999997</c:v>
                </c:pt>
                <c:pt idx="51">
                  <c:v>40.506999999999998</c:v>
                </c:pt>
                <c:pt idx="52">
                  <c:v>44.819400000000002</c:v>
                </c:pt>
                <c:pt idx="53">
                  <c:v>49.585500000000003</c:v>
                </c:pt>
                <c:pt idx="54">
                  <c:v>54.852699999999999</c:v>
                </c:pt>
                <c:pt idx="55">
                  <c:v>60.673999999999999</c:v>
                </c:pt>
                <c:pt idx="56">
                  <c:v>67.107500000000002</c:v>
                </c:pt>
                <c:pt idx="57">
                  <c:v>74.217699999999994</c:v>
                </c:pt>
                <c:pt idx="58">
                  <c:v>82.075599999999994</c:v>
                </c:pt>
                <c:pt idx="59">
                  <c:v>90.760099999999994</c:v>
                </c:pt>
                <c:pt idx="60">
                  <c:v>100.3578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0DC-434E-B95C-340FFB15F2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l-GR" sz="1100" b="0" i="0" u="none" strike="noStrike">
                    <a:solidFill>
                      <a:srgbClr val="506476"/>
                    </a:solidFill>
                    <a:latin typeface="DejaVu Sans"/>
                  </a:rPr>
                  <a:t>κ</a:t>
                </a: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z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0.5"/>
      </c:val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|A₁|²</c:v>
                </c:pt>
              </c:strCache>
            </c:strRef>
          </c:tx>
          <c:spPr>
            <a:ln w="28575" cap="flat">
              <a:solidFill>
                <a:srgbClr val="152D42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1</c:v>
                </c:pt>
                <c:pt idx="1">
                  <c:v>0.99750000000000005</c:v>
                </c:pt>
                <c:pt idx="2">
                  <c:v>0.99</c:v>
                </c:pt>
                <c:pt idx="3">
                  <c:v>0.97770000000000001</c:v>
                </c:pt>
                <c:pt idx="4">
                  <c:v>0.96050000000000002</c:v>
                </c:pt>
                <c:pt idx="5">
                  <c:v>0.93879999999999997</c:v>
                </c:pt>
                <c:pt idx="6">
                  <c:v>0.91269999999999996</c:v>
                </c:pt>
                <c:pt idx="7">
                  <c:v>0.88239999999999996</c:v>
                </c:pt>
                <c:pt idx="8">
                  <c:v>0.84840000000000004</c:v>
                </c:pt>
                <c:pt idx="9">
                  <c:v>0.81079999999999997</c:v>
                </c:pt>
                <c:pt idx="10">
                  <c:v>0.7702</c:v>
                </c:pt>
                <c:pt idx="11">
                  <c:v>0.7268</c:v>
                </c:pt>
                <c:pt idx="12">
                  <c:v>0.68120000000000003</c:v>
                </c:pt>
                <c:pt idx="13">
                  <c:v>0.63370000000000004</c:v>
                </c:pt>
                <c:pt idx="14">
                  <c:v>0.58499999999999996</c:v>
                </c:pt>
                <c:pt idx="15">
                  <c:v>0.53539999999999999</c:v>
                </c:pt>
                <c:pt idx="16">
                  <c:v>0.4854</c:v>
                </c:pt>
                <c:pt idx="17">
                  <c:v>0.43559999999999999</c:v>
                </c:pt>
                <c:pt idx="18">
                  <c:v>0.38640000000000002</c:v>
                </c:pt>
                <c:pt idx="19">
                  <c:v>0.33839999999999998</c:v>
                </c:pt>
                <c:pt idx="20">
                  <c:v>0.29189999999999999</c:v>
                </c:pt>
                <c:pt idx="21">
                  <c:v>0.24759999999999999</c:v>
                </c:pt>
                <c:pt idx="22">
                  <c:v>0.20569999999999999</c:v>
                </c:pt>
                <c:pt idx="23">
                  <c:v>0.16689999999999999</c:v>
                </c:pt>
                <c:pt idx="24">
                  <c:v>0.1313</c:v>
                </c:pt>
                <c:pt idx="25">
                  <c:v>9.9400000000000002E-2</c:v>
                </c:pt>
                <c:pt idx="26">
                  <c:v>7.1599999999999997E-2</c:v>
                </c:pt>
                <c:pt idx="27">
                  <c:v>4.8000000000000001E-2</c:v>
                </c:pt>
                <c:pt idx="28">
                  <c:v>2.8899999999999999E-2</c:v>
                </c:pt>
                <c:pt idx="29">
                  <c:v>1.4500000000000001E-2</c:v>
                </c:pt>
                <c:pt idx="30">
                  <c:v>5.0000000000000001E-3</c:v>
                </c:pt>
                <c:pt idx="31">
                  <c:v>4.0000000000000002E-4</c:v>
                </c:pt>
                <c:pt idx="32">
                  <c:v>8.9999999999999998E-4</c:v>
                </c:pt>
                <c:pt idx="33">
                  <c:v>6.3E-3</c:v>
                </c:pt>
                <c:pt idx="34">
                  <c:v>1.66E-2</c:v>
                </c:pt>
                <c:pt idx="35">
                  <c:v>3.1800000000000002E-2</c:v>
                </c:pt>
                <c:pt idx="36">
                  <c:v>5.16E-2</c:v>
                </c:pt>
                <c:pt idx="37">
                  <c:v>7.5899999999999995E-2</c:v>
                </c:pt>
                <c:pt idx="38">
                  <c:v>0.1045</c:v>
                </c:pt>
                <c:pt idx="39">
                  <c:v>0.13700000000000001</c:v>
                </c:pt>
                <c:pt idx="40">
                  <c:v>0.17319999999999999</c:v>
                </c:pt>
                <c:pt idx="41">
                  <c:v>0.21260000000000001</c:v>
                </c:pt>
                <c:pt idx="42">
                  <c:v>0.25490000000000002</c:v>
                </c:pt>
                <c:pt idx="43">
                  <c:v>0.29959999999999998</c:v>
                </c:pt>
                <c:pt idx="44">
                  <c:v>0.3463</c:v>
                </c:pt>
                <c:pt idx="45">
                  <c:v>0.39460000000000001</c:v>
                </c:pt>
                <c:pt idx="46">
                  <c:v>0.44390000000000002</c:v>
                </c:pt>
                <c:pt idx="47">
                  <c:v>0.49380000000000002</c:v>
                </c:pt>
                <c:pt idx="48">
                  <c:v>0.54369999999999996</c:v>
                </c:pt>
                <c:pt idx="49">
                  <c:v>0.59330000000000005</c:v>
                </c:pt>
                <c:pt idx="50">
                  <c:v>0.64180000000000004</c:v>
                </c:pt>
                <c:pt idx="51">
                  <c:v>0.68899999999999995</c:v>
                </c:pt>
                <c:pt idx="52">
                  <c:v>0.73429999999999995</c:v>
                </c:pt>
                <c:pt idx="53">
                  <c:v>0.7772</c:v>
                </c:pt>
                <c:pt idx="54">
                  <c:v>0.81730000000000003</c:v>
                </c:pt>
                <c:pt idx="55">
                  <c:v>0.85429999999999995</c:v>
                </c:pt>
                <c:pt idx="56">
                  <c:v>0.88780000000000003</c:v>
                </c:pt>
                <c:pt idx="57">
                  <c:v>0.91739999999999999</c:v>
                </c:pt>
                <c:pt idx="58">
                  <c:v>0.94279999999999997</c:v>
                </c:pt>
                <c:pt idx="59">
                  <c:v>0.9637</c:v>
                </c:pt>
                <c:pt idx="60">
                  <c:v>0.98009999999999997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B32-3246-9CEF-0A598C7652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converted |A₂|²</c:v>
                </c:pt>
              </c:strCache>
            </c:strRef>
          </c:tx>
          <c:spPr>
            <a:ln w="28575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Sheet1!$C$2:$C$62</c:f>
              <c:numCache>
                <c:formatCode>General</c:formatCode>
                <c:ptCount val="61"/>
                <c:pt idx="0">
                  <c:v>0</c:v>
                </c:pt>
                <c:pt idx="1">
                  <c:v>2.5000000000000001E-3</c:v>
                </c:pt>
                <c:pt idx="2">
                  <c:v>0.01</c:v>
                </c:pt>
                <c:pt idx="3">
                  <c:v>2.23E-2</c:v>
                </c:pt>
                <c:pt idx="4">
                  <c:v>3.95E-2</c:v>
                </c:pt>
                <c:pt idx="5">
                  <c:v>6.1199999999999997E-2</c:v>
                </c:pt>
                <c:pt idx="6">
                  <c:v>8.7300000000000003E-2</c:v>
                </c:pt>
                <c:pt idx="7">
                  <c:v>0.1176</c:v>
                </c:pt>
                <c:pt idx="8">
                  <c:v>0.15160000000000001</c:v>
                </c:pt>
                <c:pt idx="9">
                  <c:v>0.18920000000000001</c:v>
                </c:pt>
                <c:pt idx="10">
                  <c:v>0.2298</c:v>
                </c:pt>
                <c:pt idx="11">
                  <c:v>0.2732</c:v>
                </c:pt>
                <c:pt idx="12">
                  <c:v>0.31879999999999997</c:v>
                </c:pt>
                <c:pt idx="13">
                  <c:v>0.36630000000000001</c:v>
                </c:pt>
                <c:pt idx="14">
                  <c:v>0.41499999999999998</c:v>
                </c:pt>
                <c:pt idx="15">
                  <c:v>0.46460000000000001</c:v>
                </c:pt>
                <c:pt idx="16">
                  <c:v>0.51459999999999995</c:v>
                </c:pt>
                <c:pt idx="17">
                  <c:v>0.56440000000000001</c:v>
                </c:pt>
                <c:pt idx="18">
                  <c:v>0.61360000000000003</c:v>
                </c:pt>
                <c:pt idx="19">
                  <c:v>0.66159999999999997</c:v>
                </c:pt>
                <c:pt idx="20">
                  <c:v>0.70809999999999995</c:v>
                </c:pt>
                <c:pt idx="21">
                  <c:v>0.75239999999999996</c:v>
                </c:pt>
                <c:pt idx="22">
                  <c:v>0.79430000000000001</c:v>
                </c:pt>
                <c:pt idx="23">
                  <c:v>0.83309999999999995</c:v>
                </c:pt>
                <c:pt idx="24">
                  <c:v>0.86870000000000003</c:v>
                </c:pt>
                <c:pt idx="25">
                  <c:v>0.90059999999999996</c:v>
                </c:pt>
                <c:pt idx="26">
                  <c:v>0.9284</c:v>
                </c:pt>
                <c:pt idx="27">
                  <c:v>0.95199999999999996</c:v>
                </c:pt>
                <c:pt idx="28">
                  <c:v>0.97109999999999996</c:v>
                </c:pt>
                <c:pt idx="29">
                  <c:v>0.98550000000000004</c:v>
                </c:pt>
                <c:pt idx="30">
                  <c:v>0.995</c:v>
                </c:pt>
                <c:pt idx="31">
                  <c:v>0.99960000000000004</c:v>
                </c:pt>
                <c:pt idx="32">
                  <c:v>0.99909999999999999</c:v>
                </c:pt>
                <c:pt idx="33">
                  <c:v>0.99370000000000003</c:v>
                </c:pt>
                <c:pt idx="34">
                  <c:v>0.98340000000000005</c:v>
                </c:pt>
                <c:pt idx="35">
                  <c:v>0.96819999999999995</c:v>
                </c:pt>
                <c:pt idx="36">
                  <c:v>0.94840000000000002</c:v>
                </c:pt>
                <c:pt idx="37">
                  <c:v>0.92410000000000003</c:v>
                </c:pt>
                <c:pt idx="38">
                  <c:v>0.89549999999999996</c:v>
                </c:pt>
                <c:pt idx="39">
                  <c:v>0.86299999999999999</c:v>
                </c:pt>
                <c:pt idx="40">
                  <c:v>0.82679999999999998</c:v>
                </c:pt>
                <c:pt idx="41">
                  <c:v>0.78739999999999999</c:v>
                </c:pt>
                <c:pt idx="42">
                  <c:v>0.74509999999999998</c:v>
                </c:pt>
                <c:pt idx="43">
                  <c:v>0.70040000000000002</c:v>
                </c:pt>
                <c:pt idx="44">
                  <c:v>0.65369999999999995</c:v>
                </c:pt>
                <c:pt idx="45">
                  <c:v>0.60540000000000005</c:v>
                </c:pt>
                <c:pt idx="46">
                  <c:v>0.55610000000000004</c:v>
                </c:pt>
                <c:pt idx="47">
                  <c:v>0.50619999999999998</c:v>
                </c:pt>
                <c:pt idx="48">
                  <c:v>0.45629999999999998</c:v>
                </c:pt>
                <c:pt idx="49">
                  <c:v>0.40670000000000001</c:v>
                </c:pt>
                <c:pt idx="50">
                  <c:v>0.35820000000000002</c:v>
                </c:pt>
                <c:pt idx="51">
                  <c:v>0.311</c:v>
                </c:pt>
                <c:pt idx="52">
                  <c:v>0.26569999999999999</c:v>
                </c:pt>
                <c:pt idx="53">
                  <c:v>0.2228</c:v>
                </c:pt>
                <c:pt idx="54">
                  <c:v>0.1827</c:v>
                </c:pt>
                <c:pt idx="55">
                  <c:v>0.1457</c:v>
                </c:pt>
                <c:pt idx="56">
                  <c:v>0.11219999999999999</c:v>
                </c:pt>
                <c:pt idx="57">
                  <c:v>8.2600000000000007E-2</c:v>
                </c:pt>
                <c:pt idx="58">
                  <c:v>5.7200000000000001E-2</c:v>
                </c:pt>
                <c:pt idx="59">
                  <c:v>3.6299999999999999E-2</c:v>
                </c:pt>
                <c:pt idx="60">
                  <c:v>1.9900000000000001E-2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B32-3246-9CEF-0A598C765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476"/>
                    </a:solidFill>
                    <a:latin typeface="DejaVu Sans"/>
                  </a:defRPr>
                </a:pPr>
                <a:r>
                  <a:rPr lang="el-GR" sz="1100" b="0" i="0" u="none" strike="noStrike">
                    <a:solidFill>
                      <a:srgbClr val="506476"/>
                    </a:solidFill>
                    <a:latin typeface="DejaVu Sans"/>
                  </a:rPr>
                  <a:t>κ</a:t>
                </a:r>
                <a:r>
                  <a:rPr lang="en-US" sz="1100" b="0" i="0" u="none" strike="noStrike">
                    <a:solidFill>
                      <a:srgbClr val="506476"/>
                    </a:solidFill>
                    <a:latin typeface="DejaVu Sans"/>
                  </a:rPr>
                  <a:t>z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50647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2"/>
        <c:crosses val="min"/>
        <c:crossBetween val="midCat"/>
        <c:majorUnit val="0.5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06476"/>
                </a:solidFill>
                <a:latin typeface="DejaVu Sans"/>
              </a:defRPr>
            </a:pPr>
            <a:endParaRPr lang="en-US"/>
          </a:p>
        </c:txPr>
        <c:crossAx val="2094734554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D42"/>
              </a:solidFill>
              <a:latin typeface="DejaVu Sans"/>
              <a:cs typeface="DejaVu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624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 (45 min for this deck, after ~30 min of L06):
  1-8   eigendecomposition ............ ~11 min
  9-15  symmetric matrices ............ ~12 min
  16-20 powers, e^{At}, modes ......... ~9 min
  21-28 applications .................. ~11 min
  29    questions ..................... ~2 min
If running late, skip 15 (spectral sum), 23 (CO2) and 27 (benzene): that saves about 4 minutes.
V2: slides 29-39 are an optional pool of extra examples (optics, EM, circuits, water waves, nonlinear optics), ~1.5 min each.
Questions follow at 40; appendices A-E after that.
Every click on a slide reveals the next line (Appear, no motion).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These are the four objectives from the L07 notes.
The single hypothesis (n independent eigenvectors) is flagged now because slide 8 shows what happens without it,
and slides 9-14 show that symmetric matrices satisfy it (proved here for distinct eigenvalues; the repeated case is part of
the spectral theorem, stated but not proved).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Students saw this matrix in L06 twenty minutes ago; keep it quick.
Click 1: the two eigenvectors are only stretched, by 4 and by 2.
Click 2: a generic vector turns, which is why A looks complicated in the standard basis.
Click 3: the sentence from the end of L06. Today it becomes A V = V 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Read the product by columns, as in Lecture 1.
Click 1: AV column by column. Click 2: each column is lambda_j v_j.
Click 3: "same columns as V, each scaled by its own number" = V times a diagonal matrix on the RIGHT.
Ask: what would Lambda V (diagonal on the left) do instead? (Scale the rows. Not what we have.)
Click 4: AV = V Lambda. No hypothesis used yet beyond A v_j = lambda_j v_j.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Read A = V Lambda V^{-1} as a recipe, not a formula (the three-arrow picture in the notes).
Clicks 1-3 build the arrows. Click 4: the key idea.
Link back: this is "in the eigenbasis A is diagonal" written as an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From the notes: V, Lambda, V^{-1}, and the product returns A.
Click 1: V Lambda first (scaled columns). Clicks 2-4: the product. Click 5 (optional): where V^{-1} came from.
Next slide: the same recipe applied to one concrete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A trivial numerical run of the three arrows.
Click 1: x = (2,0) = 1*v1 + 1*v2, so V^{-1}x = (1,1). (Students can check: (1,1)+(1,-1) = (2,0).)
Click 2: scale by 4 and 2. Click 3: 4 v1 + 2 v2 = (6,2). Click 4: direct multiplication agrees.
Question to ask: what is A^3 x? Answer: 64 v1 + 8 v2 = (72, 56). (Slide 17 makes this general.)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N is the defective example (same N as PS0 Problem 12(c)).
Click 1: only one eigenvector direction. Click 2: the best attempt at V is singular.
Click 3: the hypothesis. Transition: symmetric matrices always have a full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State (1) and (2).
Click 1: why symmetric is the case we care about (K, T, B, C from Lectures 2-3; A^T C A from the framework).
Clicks 2-3: the dagger notation. The example v = (1, i) shows why the plain transpose is the wrong length for complex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~2.5 min. From the notes, line by line.
Click 1: the key step. Emphasise the red A^dagger = A: this is the only place symmetry enters.
Click 2: a number equal to its conjugate is real. Click 3: real / real.
Click 4: number check with Lecture 6's matrix: v = (1,1) gives 8/2 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Same move as proof (1): compute v2^dagger A v1 two ways.
Click 1: the second way, with the symmetry step in red and part (1) used for lambda_2* = lambda_2.
Click 2: subtract; lambda_1 != lambda_2 forces v2^dagger v1 = 0.
Click 3: number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The aside from the notes, with a concrete 3x3.
S has lambda = 4 once (all-ones direction) and lambda = 1 twice (the plane x+y+z = 0).
Click 1: a and b are both eigenvectors, dot product 1.
Click 2: project out the a-component (one step of Gram-Schmidt). Click 3: an orthogonal set.
Careful: a repeated eigenvalue gives a plane of eigenvectors only because S is symmetric (compare N on slide 8,
repeated eigenvalue, one line). That a symmetric matrix is never defective is part of the spectral theorem;
it is stated, not proved, in L07.
Benzene (slide 27) has exactly this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Two counterexamples, one for each property.
Click 1: rotation, eigenvalues +/- i. Click 2: upper-triangular G, real eigenvalues but eigenvectors at 45 degrees.
Click 3: the warning from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The inverse in the eigendecomposition is now free: just a transpose.
Click 1: the boxed statement from the notes. Click 2: Lecture 6's example with normalised eigenvectors.
Honest scope: proofs (1) and (2) cover distinct eigenvalues. That a symmetric matrix always has a full orthonormal set,
repeated eigenvalues included, is part of the theorem as stated; the usual proof goes through Schur's theorem.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OPTIONAL if short on time (not in the L07 notes, but it is the spectral theorem read by columns x rows).
Click 1-2: check with Lecture 6's matrix: 4 * (projection onto (1,1)) + 2 * (projection onto (1,-1)).
Click 3: the projections are idempotent, mutually orthogonal and sum to I.
Click 4: the physicists' form, which students will see in quantum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Scalar ODE, then the system. Click 3 (the derivative check) is not in the notes;
it is one line and shows that x = e^{At} C really solves dx/dt = A x, with C = x(0).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The notes' derivation, then A^10 for Lecture 6's matrix.
Check value: A^10 = [[524800, 523776], [523776, 524800]] (code in the appendix prints it).
Question: which entry dominates as l grows, and why? (4^l: the lambda = 4 mode, direction (1,1).)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Three lines from the notes, then the boxed symmetric form.
Click 4: e^{At} for Lecture 6's matrix. At t = 0 it is I; its columns grow like e^{4t} along (1,1).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Scaled units: each link conducts 1, each block holds heat 1. The matrix is -K2 (fixed-fixed, Lecture 2).
Click 1: eigenpairs. Click 2: T(0) = (1,0) = 1/2 (1,1) + 1/2 (1,-1), so c = (1/2, 1/2) and each mode decays at its own rate.
Click 3: the chart (T2 rises, then falls). Click 4: T2 peaks at t = ln(3)/2 = 0.55 with T2 = 1/(3 sqrt 3) = 0.19.
Values for checking: T(0.5) = (0.4148, 0.1917), T(1) = (0.2088, 0.1590), T(2) = (0.0689, 0.0664).
This is a preview of Lecture 9 (heat equation = dx/dt = -K x with large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The aside from the notes: if A is a physical operator, its eigenvectors are the modes;
decompose, let each mode evolve with its own e^{lambda_i t}, recombine.
Clicks 1-3: real negative, real positive, imaginary. A real symmetric A only gives the first two (its eigenvalues are real);
the imaginary case comes from A = -iH/hbar (quantum), and second-order systems (pendula, strings) oscillate as cos(omega t) with omega^2 an eigenvalue of K.
lambda = 0 is neutral: e.g. the translation mode of CO2 (slide 23), from the singular free-free B.
Click 4: where this is going (L8, L9, L14).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Four fields, one move: build a symmetric matrix, diagonalise it, act on each eigenvalue.
Point at the caption: the 2x2 [a b; b a] structure is why Lecture 6's eigenvectors keep coming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~1.75 min. Analytical mechanics: T = 1/2 xdot^T M xdot and V = 1/2 x^T K x are both quadratic forms with symmetric matrices.
Click 1: normal coordinates q = V^T x split the Lagrangian into independent oscillators, omega_i = sqrt(lambda_i / m).
The K here is [a b; b a], so the modes are today's (1,1) and (1,-1): in phase and out of phase.
Click 2: start pendulum 1 displaced, both at rest (xdot(0) = 0). Click 3: beats; energy sloshes across every ~33 time units.
"Almost all": at t = 33 pendulum 1 keeps about 0.2% of the energy; the transfer is exact only when omega1 and omega2 are commensurate.
If asked: second-order systems use cos(sqrt(Lambda) t) instead of e^{Lambda t}; same three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OPTIONAL if short on time.
M^{-1}K is not symmetric, but M^{-1/2} K M^{-1/2} is: same eigenvalues omega^2, and the modes are M^{-1/2} times its eigenvectors.
Eigenvalues: 0 (translation: B is singular), k/m_O (C at rest), k(1/m_O + 2/m_C) (C moves against both O).
Click 3: the spring model predicts the frequency ratio 1.91; measured 2349/1340 = 1.75. The 9% miss is the
interaction between the two bonds, which a nearest-neighbour spring model leaves out.
The symmetric stretch does not change the dipole, so it is IR-silent (seen in Raman; the Raman band is split into
1285/1388 cm^-1 by a Fermi resonance with the bend overtone, unperturbed value about 1337-1340).
Click 4: NDIR sensors (building ventilation, breath analysers) sit on the 4.26 um band. The 15 um bend is CO2's main greenhouse band.
Force constant from 1337 cm^-1: k = m_O omega^2 = 1.7 kN/m.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Same K_n as PS0 Problem 15 (eigenvalues of K).
Click 1: eigenvectors are sampled sines, eigenvalues 4 sin^2(k pi / 2(n+1)).
Click 2: the first three modes for n = 12. Click 3: frequencies against the harmonic series.
Click 4: for k &lt;&lt; n, sin(x) ~ x gives omega_k proportional to k (a continuous string, a guitar).
Near k = n the curve flattens toward 2 sqrt(tau/mh): a lattice has a highest frequency (phonons in a crystal).
At n = 12 the third partial is about 35 cents flat; a continuous string (n -&gt; infinity) is exactly harmonic.
A travelling wave is a combination of these standing modes, each with its own time factor: the three arrows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~1.75 min. Basis: N above the H3 plane, N below. Tunnelling couples them with strength Delta &gt; 0 (Delta, not A, to avoid the lecture's matrix A).
H is [a b; b a] again, so the stationary states are today's (1, +-1)/sqrt 2: symmetric (lower, because Delta &gt; 0) and antisymmetric (upper).
Click 1: the Schroedinger equation is dpsi/dt = M psi with M = -iH/hbar; same V, eigenvalues -iE/hbar.
Click 2: starting in "N up", P(down) = sin^2(Delta t / hbar). Splitting 2 Delta = h nu.
Click 3: chart for nu = 23.87 GHz (the (3,3) inversion line): full transfer at 1/(2 nu) = 21 ps.
Click 4: history. Splitting h nu = 99 micro-eV = 0.80 cm^-1.
For the optics-minded: two evanescently coupled waveguides obey the same equation in z; a 50:50 coupler is the quarter-period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Hueckel: H = alpha I + beta (adjacency). The adjacency of a 4-carbon chain is tridiagonal like K_4.
The bond (adjacency) matrix is 2I - K_4, so it shares K_4's eigenvectors, and its eigenvalues are 2 - lambda_k(K_4) = 2 cos(k pi/5).
Click 1: eigenvalues 2 cos(k pi/5) = +-1.618, +-0.618 (the golden ratio). beta &lt; 0, so alpha + 1.618 beta is lowest.
Click 2: 4 pi electrons fill the two lowest orbitals. The orbital coefficients are sampled sines, exactly the string modes of slide 24.
Click 3: measured lambda_max (ethylene 165, butadiene 217, hexatriene 258, octatetraene 289, beta-carotene ~450 nm;
sources differ by a few nm with solvent). Hueckel gap = 4|beta| sin(pi/(2(N+1))).
Click 4: honest caveat. Fitting beta to each molecule gives |beta| from 3.8 eV (N=2) to 10 eV (N=22): one beta
cannot fit all. Real polyenes alternate single and double bonds, which keeps the gap open (Peierls).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~1.25 min. OPTIONAL if short on time.
The ring's bond matrix is circulant, so the Fourier matrix diagonalises it (link to PS0 roots of unity).
Energies alpha + 2 beta cos(2 pi k/6): alpha+2beta, alpha+beta (x2), alpha-beta (x2), alpha-2beta.
The Frost circle picture: the levels are the heights of a hexagon inscribed in a circle of radius 2|beta|, vertex down.
Click 1: the degenerate pairs are the repeated-eigenvalue case of slide 12.
Click 2: 6 electrons: 2(alpha+2beta) + 4(alpha+beta) = 6 alpha + 8 beta versus 6 alpha + 6 beta for three ethylenes.
Click 3: heats of hydrogenation: cyclohexene -120 kJ/mol, benzene -208 kJ/mol, difference 152 kJ/mol.
Caveat if asked: this thermochemical beta (about 0.8 eV) differs from the spectroscopic one; Hueckel is a one-parameter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Summary table. The last column is the only thing that changes between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addition: an optional pool of examples. Pick what fits the time; each slide stands alone.
Pacing if used: about 1.5 min per slide. None of these slides is needed for the rest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ABCD matrices are 2x2 with det = n_in/n_out, so det = 1 when the ray starts and ends in the same index. NOT symmetric.
The characteristic polynomial is lambda^2 - (A+D) lambda + 1: the eigenvalues multiply to 1.
|A+D| &lt;= 2: a pair e^{+-i theta} on the unit circle, rays stay bounded. |A+D| &gt; 2: real pair lambda and 1/lambda, one of them
larger than 1 in size, rays blow up. Here A + D = 2 - d/f.
Click 3: f = d = 100 mm gives theta = 60 degrees, so M^3 = -I (image inverted after 3 lenses) and M^6 = I.
d = 420 mm: (A+D)/2 = -1.1, eigenvalues -0.64 and -1.56 (product 1).
Click 4: for a two-mirror cavity the same test reads 0 &lt; g1 g2 &lt; 1 with g_i = 1 - L/R_i (the endpoints are marginal, as d = 4f is).
A diverging lens (f &lt; 0) is never stable in this arrangement.
Link: this is the "powers are free" slide (17) applied to a non-symmetric matrix; V exists because the eigenvalues are distinct
(it fails exactly at the edge |A+D| = 2, where M can be defective).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From Helmholtz with E = psi e^{ikz} and slow variation in z: 2ik psi_z + psi_xx + 2k^2 (Dn/n0) psi = 0.
With Dn/n0 = -g^2 x^2/2 this is a Schroedinger equation with z as time and a harmonic potential.
Click 1: second differences give K again; H is symmetric, so psi(z) = V e^{-i Lambda z} V^T psi(0): the matrix exponential of the lecture.
Click 2: the eigenvalues of H are equally spaced, g(m + 1/2); mode m travels as e^{i(k - beta_m) z}, so beta_m is the offset below k.
All modes rephase every 2 pi / g (the pitch).
Click 3: an off-axis Gaussian (a coherent state) keeps its shape and its centroid follows the ray matrix, a rotation in (x, x'/g).
Centroid vs ray agree to 0.4 um over two pitches on the 800-point grid (error falls like h^2).
Numbers: k = 2 pi n0 / lambda0 = 8.86e6 1/m, g = 1/(3 mm), waist w0 = sqrt(2/(k g)) = 26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Transverse Helmholtz problem: -Laplacian u = k_c^2 u on the cross-section; f_c = c k_c / (2 pi).
TM (E_z Dirichlet) -&gt; K on interior nodes; TE (H_z Neumann) -&gt; B on cell centres. In 2D the matrix is the Kronecker sum
B_x (x) I + I (x) B_y; its eigenvalues are sums lambda_i + mu_j, which is why the exact cutoffs are c/2 sqrt((m/a)^2 + (n/b)^2).
The table is the grid calculation (45 x 20 cells, h = 0.51 mm) against the exact values; errors are 0.02-0.2%.
Mode order: TE10 6.557, TE20 13.114, TE01 14.754, TE11 = TM11 16.145, TE30 19.671 GHz (TE30 comes before TE21 at 19.74).
The zero eigenvalue of B (constant H_z) is the TE00 "mode", which does not exist as a waveguide mode.
Click 3: X-band single-mode operation, the reason WR-90 has these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~1.25 min. OPTIONAL.
Rotational symmetry (coupling depends only on the separation around the ring) makes Z circulant, and every circulant matrix is
diagonalised by the Fourier matrix, whatever its entries (checked numerically with random couplings).
Reciprocity makes Z symmetric, which is what pairs m with -m (same eigenvalue).
Real antennas: Z is complex symmetric, not Hermitian; the Fourier eigenvectors still hold because they come from the circulant structure.
Click 2: a 4-element ring with self term 5 and nearest-neighbour coupling 1: eigenvalues 5 + 2 cos(2 pi m/4) = 7, 5, 5, 3.
Click 3: phase modes are the OAM modes of a uniform circular array (radio OAM system studies, e.g. Mohammadi et al., IEEE TAP 2010).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Node j: C dv_j/dt = (v_{j-1} - 2 v_j + v_{j+1})/R, with v_0 = 0 (grounded driver) and an open far end:
T with its free end last. Strang's T has T_11 = 1; numbering the nodes from the open end gives exactly that matrix (same eigenvalues).
Click 1: time constants RC / lambda_k. The 2-section case gives the golden-ratio pair 0.382 and 2.618.
Click 2: start from all nodes at 1 V; the profile relaxes into the slowest mode and then decays.
Numbers: far-end voltage 0.415 at t = 50 RC and 0.136 at t = 100 RC; tau_1/tau_2 = 8.9.
Click 3: tau_1 = 1/(4 sin^2(pi/(2(2n+1)))) RC ~ (2n+1)^2/pi^2 RC (44.7 at n = 10, exact 44.77) -&gt; 0.41 R_tot C_tot for large n.
Click 4: a distributed RC wire's delay scales as length^2; repeaters cut a long wire into short pieces with linear total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Kirchhoff: L q1'' + M q2'' + q1/C = 0 and the same with 1 &lt;-&gt; 2. Mass matrix [[L, M], [M, L]], stiffness I/C.
Click 1: eigenvectors of [[L, M], [M, L]] are (1, +-1) with eigenvalues L +- M, so omega^2 = 1/(C(L +- M)).
Click 2: f0 = 10 MHz and kappa = 0.05 give 9.759 and 10.260 MHz; the energy moves from tank 1 to tank 2 in 1/(2 Delta f) = 1.0 us,
exactly as the pendula did (slide 22). Chart: the two branches separate roughly as 1 -+ kappa/2.
Click 3: the 2007 MIT demonstration (Soljacic group), coils at 9.9 MHz. Real tanks are lossy: the splitting kappa f0 is visible only when it exceeds
the linewidth f0/Q, i.e. kappa Q &gt; 1 ("strong coupling"). Kurs et al. write the coupling as a rate; at 2 m their M/L was far below 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Continuity eta_t + (h u)_x = 0 and momentum u_t = -g eta_x give eta_tt = g (h eta_x)_x, with zero flux at the ends.
Click 1: on a grid, eta at cell centres, flux at faces: A = difference matrix (free-free), C = depth at the faces.
g A^T C A is symmetric positive semidefinite; its zero eigenvalue is the mean water level (no motion).
Click 2: flat bottom -&gt; A^T A = B -&gt; cosine modes and Merian's formula. Parabolic bottom h0 (1 - (2x/L)^2) -&gt; Legendre polynomials
(Lamb); the 400-cell grid reproduces the Legendre periods to 0.5% and the mode shapes to 4 digits.
Click 3: Lake Erie modes 14.2, 9.2, 6.0, 4.1 h ("A study of Lake Erie seiche and low frequency water level fluctuations in the presence of
surface ice", Ocean Engineering, 2017; other sources differ by about 0.1 h). The parabolic basin uses h0 = 1.5 x 19 m, which keeps the mean depth;
it improves the first three periods over the flat model. It is an idealisation, not a fit.
A varying width b(x) adds a diagonal matrix on the left (a generalised symmetric problem, like the CO2 mass-weighting).
Seiches matter for flooding: strong winds along Erie's axis pile water at one end (Buffalo or Toledo), and it then sloshes at these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Hamilton's equations x' = dH/dp, p' = -dH/dx.
Ordinary oscillator: the matrix [[0,1],[-1,0]] is -R (R from slide 13), eigenvalues +-i, circles stay circles.
Click 1: flip the sign of the potential and the matrix becomes symmetric, [[0,1],[1,0]], eigenvalues +-1.
Click 2: e^{At} = V diag(e^t, e^-t) V^T = [[cosh t, sinh t], [sinh t, cosh t]], with V = (1, +-1)/sqrt 2, today's V.
A phase-space cloud is stretched along the unstable direction and squeezed along the stable one; det e^{At} = 1 (Liouville).
Same matrix as parametric amplification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Undepleted pump, perfect phase matching, pump phase chosen so that the coupling kappa is real.
Both panels: chi(2) medium, strong undepleted pump, perfect phase matching; the idler (or the converted wave) starts empty.
Click 1: d/dz (A_s, A_i*) = kappa sigma_x (A_s, A_i*): real symmetric, eigenvalues +-kappa. With A_i(0) = 0:
A_s = A_s(0) cosh(kappa z), A_i* = A_s(0) sinh(kappa z). Gain cosh^2: 2.38 at kappa z = 1, 14.2 at 2, 101 at 3.
Degenerate case: the quadratures scale as e^{+-kappa z}: squeezing 20 log10 e = 8.7 dB per unit kappa z; 15 dB is kappa z = 1.73.
Click 2: sum-frequency generation: d/dz (A1, A2) = i kappa sigma_x (A1, A2): eigenvalues +-i kappa, |A2|^2 = sin^2(kappa z):
complete conversion at kappa z = pi/2, then back. Same maths as ammonia and the directional coupler.
Photon-flux normalisation is what makes the two couplings equal (Manley-Rowe); with raw field amplitudes they differ by omega_s n_i / (omega_i n_s).
Click 3: LIGO: up to 3 dB above 50 Hz in O3 (Tse et al., PRL 2019). In O4, frequency-dependent squeezing reached several dB more (PRX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Summary of the optional examples. The lens-waveguide matrix is the only non-normal one (no orthonormal eigenvectors), on purpose.
The ordinary oscillator's matrix is antisymmetric and i sigma_x is complex symmetric: both are normal, so still unitarily diagonalisable.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1. A^k = V diag(1, (1/2)^k) V^{-1} -&gt; V diag(1, 0) V^{-1}: the projection onto v1 along v2.
2. No: eigenvalues of real symmetric matrices are real (proof 1).
3. (2, -1): eigenvectors of a symmetric 2x2 with distinct eigenvalues are orthogonal. (If the eigenvalue is repeated, every vector works.)
4. A^{-1} = V Lambda^{-1} V^T, which exists exactly when no lambda_i is 0.
5. The average mode (1,1): it decays like e^{-t}, the difference like e^{-3t}.
6. Longer: omega2 = sqrt(1.02) = 1.00995, so pi/(omega2 - omega1) = 316 instead of 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L07_eigendecomposition.py: numpy and scipy (expm, for the check). Runs as is; the output shown is what it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L07_modes.py: numpy only. Runs as is; the output shown is what it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L07_quantum.py: numpy only. Runs as is; the output shown is what it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L07_optics_em.py: numpy only. Runs as is; the output shown is what it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L07_circuits_waves.py: numpy only. Runs as is; the output shown is what it 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46.png"/><Relationship Id="rId3" Type="http://schemas.openxmlformats.org/officeDocument/2006/relationships/image" Target="../media/image39.png"/><Relationship Id="rId7" Type="http://schemas.openxmlformats.org/officeDocument/2006/relationships/image" Target="../media/image29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11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chart" Target="../charts/char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org&amp;utm_campaign=parser&amp;utm_content=thumbnail"/><Relationship Id="rId3" Type="http://schemas.openxmlformats.org/officeDocument/2006/relationships/image" Target="../media/image132.png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3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chart" Target="../charts/chart9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1.xml"/><Relationship Id="rId5" Type="http://schemas.openxmlformats.org/officeDocument/2006/relationships/image" Target="../media/image181.png"/><Relationship Id="rId4" Type="http://schemas.openxmlformats.org/officeDocument/2006/relationships/chart" Target="../charts/char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0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8C4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Computational Science and Engineering I  ·  Fall 2026</a:t>
            </a:r>
            <a:endParaRPr lang="en-US" sz="1500" dirty="0"/>
          </a:p>
        </p:txBody>
      </p:sp>
      <p:sp>
        <p:nvSpPr>
          <p:cNvPr id="3" name="t-1"/>
          <p:cNvSpPr txBox="1"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Eigendecomposition and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symmetric matrices</a:t>
            </a:r>
            <a:endParaRPr lang="en-US" sz="4400" dirty="0"/>
          </a:p>
        </p:txBody>
      </p:sp>
      <p:sp>
        <p:nvSpPr>
          <p:cNvPr id="4" name="t-2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Lecture 7  ·  A = VΛV⁻¹  ·  the spectral theorem A = VΛVᵀ  ·  the matrix exponential</a:t>
            </a:r>
            <a:endParaRPr lang="en-US" sz="1900" dirty="0"/>
          </a:p>
        </p:txBody>
      </p:sp>
      <p:sp>
        <p:nvSpPr>
          <p:cNvPr id="5" name="t-3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8C4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Wednesday 30 September 2026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82296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8C4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it shows up today</a:t>
            </a:r>
            <a:endParaRPr lang="en-US" sz="1300" dirty="0"/>
          </a:p>
        </p:txBody>
      </p:sp>
      <p:pic>
        <p:nvPicPr>
          <p:cNvPr id="7" name="Image 0" descr="Analytical mechan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49240"/>
            <a:ext cx="457200" cy="457200"/>
          </a:xfrm>
          <a:prstGeom prst="rect">
            <a:avLst/>
          </a:prstGeom>
        </p:spPr>
      </p:pic>
      <p:sp>
        <p:nvSpPr>
          <p:cNvPr id="8" name="t-5"/>
          <p:cNvSpPr txBox="1"/>
          <p:nvPr/>
        </p:nvSpPr>
        <p:spPr>
          <a:xfrm>
            <a:off x="141732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Analytical mechanics</a:t>
            </a:r>
            <a:endParaRPr lang="en-US" sz="1400" dirty="0"/>
          </a:p>
        </p:txBody>
      </p:sp>
      <p:pic>
        <p:nvPicPr>
          <p:cNvPr id="9" name="Image 1" descr="Wav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5349240"/>
            <a:ext cx="457200" cy="457200"/>
          </a:xfrm>
          <a:prstGeom prst="rect">
            <a:avLst/>
          </a:prstGeom>
        </p:spPr>
      </p:pic>
      <p:sp>
        <p:nvSpPr>
          <p:cNvPr id="10" name="t-6"/>
          <p:cNvSpPr txBox="1"/>
          <p:nvPr/>
        </p:nvSpPr>
        <p:spPr>
          <a:xfrm>
            <a:off x="438912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Waves</a:t>
            </a:r>
            <a:endParaRPr lang="en-US" sz="1400" dirty="0"/>
          </a:p>
        </p:txBody>
      </p:sp>
      <p:pic>
        <p:nvPicPr>
          <p:cNvPr id="11" name="Image 2" descr="Quantum mechanic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5349240"/>
            <a:ext cx="457200" cy="457200"/>
          </a:xfrm>
          <a:prstGeom prst="rect">
            <a:avLst/>
          </a:prstGeom>
        </p:spPr>
      </p:pic>
      <p:sp>
        <p:nvSpPr>
          <p:cNvPr id="12" name="t-7"/>
          <p:cNvSpPr txBox="1"/>
          <p:nvPr/>
        </p:nvSpPr>
        <p:spPr>
          <a:xfrm>
            <a:off x="630936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Quantum mechanics</a:t>
            </a:r>
            <a:endParaRPr lang="en-US" sz="1400" dirty="0"/>
          </a:p>
        </p:txBody>
      </p:sp>
      <p:pic>
        <p:nvPicPr>
          <p:cNvPr id="13" name="Image 3" descr="Quantum chemist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5349240"/>
            <a:ext cx="457200" cy="457200"/>
          </a:xfrm>
          <a:prstGeom prst="rect">
            <a:avLst/>
          </a:prstGeom>
        </p:spPr>
      </p:pic>
      <p:sp>
        <p:nvSpPr>
          <p:cNvPr id="14" name="t-8"/>
          <p:cNvSpPr txBox="1"/>
          <p:nvPr/>
        </p:nvSpPr>
        <p:spPr>
          <a:xfrm>
            <a:off x="923544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Quantum chemistry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9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Today: four steps, one hypothesis</a:t>
            </a:r>
            <a:endParaRPr lang="en-US" sz="2800" dirty="0"/>
          </a:p>
        </p:txBody>
      </p:sp>
      <p:sp>
        <p:nvSpPr>
          <p:cNvPr id="3" name="t-10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Overview</a:t>
            </a:r>
            <a:endParaRPr lang="en-US" sz="1000" dirty="0"/>
          </a:p>
        </p:txBody>
      </p:sp>
      <p:sp>
        <p:nvSpPr>
          <p:cNvPr id="4" name="t-11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card-12"/>
          <p:cNvSpPr/>
          <p:nvPr/>
        </p:nvSpPr>
        <p:spPr>
          <a:xfrm>
            <a:off x="612648" y="1371600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um-13"/>
          <p:cNvSpPr/>
          <p:nvPr/>
        </p:nvSpPr>
        <p:spPr>
          <a:xfrm>
            <a:off x="813816" y="1645920"/>
            <a:ext cx="502920" cy="50292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-14"/>
          <p:cNvSpPr txBox="1"/>
          <p:nvPr/>
        </p:nvSpPr>
        <p:spPr>
          <a:xfrm>
            <a:off x="81381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-15"/>
          <p:cNvSpPr txBox="1"/>
          <p:nvPr/>
        </p:nvSpPr>
        <p:spPr>
          <a:xfrm>
            <a:off x="813816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Eigendecomposition</a:t>
            </a:r>
            <a:endParaRPr lang="en-US" sz="1500" dirty="0"/>
          </a:p>
        </p:txBody>
      </p:sp>
      <p:pic>
        <p:nvPicPr>
          <p:cNvPr id="9" name="eq-16" descr="A= VΛ V^{-1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154680"/>
            <a:ext cx="1401318" cy="283464"/>
          </a:xfrm>
          <a:prstGeom prst="rect">
            <a:avLst/>
          </a:prstGeom>
        </p:spPr>
      </p:pic>
      <p:sp>
        <p:nvSpPr>
          <p:cNvPr id="10" name="t-17"/>
          <p:cNvSpPr txBox="1"/>
          <p:nvPr/>
        </p:nvSpPr>
        <p:spPr>
          <a:xfrm>
            <a:off x="813816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Stack the eigenvectors into V and the eigenvalues into Λ.</a:t>
            </a:r>
            <a:endParaRPr lang="en-US" sz="1400" dirty="0"/>
          </a:p>
        </p:txBody>
      </p:sp>
      <p:sp>
        <p:nvSpPr>
          <p:cNvPr id="11" name="card-18"/>
          <p:cNvSpPr/>
          <p:nvPr/>
        </p:nvSpPr>
        <p:spPr>
          <a:xfrm>
            <a:off x="3416808" y="1371600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um-19"/>
          <p:cNvSpPr/>
          <p:nvPr/>
        </p:nvSpPr>
        <p:spPr>
          <a:xfrm>
            <a:off x="3617976" y="1645920"/>
            <a:ext cx="502920" cy="50292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-20"/>
          <p:cNvSpPr txBox="1"/>
          <p:nvPr/>
        </p:nvSpPr>
        <p:spPr>
          <a:xfrm>
            <a:off x="361797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-21"/>
          <p:cNvSpPr txBox="1"/>
          <p:nvPr/>
        </p:nvSpPr>
        <p:spPr>
          <a:xfrm>
            <a:off x="3617976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Symmetric matrices</a:t>
            </a:r>
            <a:endParaRPr lang="en-US" sz="1500" dirty="0"/>
          </a:p>
        </p:txBody>
      </p:sp>
      <p:pic>
        <p:nvPicPr>
          <p:cNvPr id="15" name="eq-22" descr="A= VΛ V^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976" y="3154680"/>
            <a:ext cx="1268730" cy="278892"/>
          </a:xfrm>
          <a:prstGeom prst="rect">
            <a:avLst/>
          </a:prstGeom>
        </p:spPr>
      </p:pic>
      <p:sp>
        <p:nvSpPr>
          <p:cNvPr id="16" name="t-23"/>
          <p:cNvSpPr txBox="1"/>
          <p:nvPr/>
        </p:nvSpPr>
        <p:spPr>
          <a:xfrm>
            <a:off x="3617976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eigenvalues, orthogonal eigenvectors: the spectral theorem.</a:t>
            </a:r>
            <a:endParaRPr lang="en-US" sz="1400" dirty="0"/>
          </a:p>
        </p:txBody>
      </p:sp>
      <p:sp>
        <p:nvSpPr>
          <p:cNvPr id="17" name="card-24"/>
          <p:cNvSpPr/>
          <p:nvPr/>
        </p:nvSpPr>
        <p:spPr>
          <a:xfrm>
            <a:off x="6220968" y="1371600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num-25"/>
          <p:cNvSpPr/>
          <p:nvPr/>
        </p:nvSpPr>
        <p:spPr>
          <a:xfrm>
            <a:off x="6422136" y="1645920"/>
            <a:ext cx="502920" cy="50292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-26"/>
          <p:cNvSpPr txBox="1"/>
          <p:nvPr/>
        </p:nvSpPr>
        <p:spPr>
          <a:xfrm>
            <a:off x="642213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-27"/>
          <p:cNvSpPr txBox="1"/>
          <p:nvPr/>
        </p:nvSpPr>
        <p:spPr>
          <a:xfrm>
            <a:off x="6422136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Powers and the exponential</a:t>
            </a:r>
            <a:endParaRPr lang="en-US" sz="1500" dirty="0"/>
          </a:p>
        </p:txBody>
      </p:sp>
      <p:pic>
        <p:nvPicPr>
          <p:cNvPr id="21" name="eq-28" descr="A^{\ell}= VΛ^{\ell} V^{-1},\ \ e^{ A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136" y="3154680"/>
            <a:ext cx="2157984" cy="311532"/>
          </a:xfrm>
          <a:prstGeom prst="rect">
            <a:avLst/>
          </a:prstGeom>
        </p:spPr>
      </p:pic>
      <p:sp>
        <p:nvSpPr>
          <p:cNvPr id="22" name="t-29"/>
          <p:cNvSpPr txBox="1"/>
          <p:nvPr/>
        </p:nvSpPr>
        <p:spPr>
          <a:xfrm>
            <a:off x="6422136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Raise the eigenvalues, leave the eigenvectors alone.</a:t>
            </a:r>
            <a:endParaRPr lang="en-US" sz="1400" dirty="0"/>
          </a:p>
        </p:txBody>
      </p:sp>
      <p:sp>
        <p:nvSpPr>
          <p:cNvPr id="23" name="card-30"/>
          <p:cNvSpPr/>
          <p:nvPr/>
        </p:nvSpPr>
        <p:spPr>
          <a:xfrm>
            <a:off x="9025128" y="1371600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um-31"/>
          <p:cNvSpPr/>
          <p:nvPr/>
        </p:nvSpPr>
        <p:spPr>
          <a:xfrm>
            <a:off x="9226296" y="1645920"/>
            <a:ext cx="502920" cy="50292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-32"/>
          <p:cNvSpPr txBox="1"/>
          <p:nvPr/>
        </p:nvSpPr>
        <p:spPr>
          <a:xfrm>
            <a:off x="922629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-33"/>
          <p:cNvSpPr txBox="1"/>
          <p:nvPr/>
        </p:nvSpPr>
        <p:spPr>
          <a:xfrm>
            <a:off x="9226296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Modes in time</a:t>
            </a:r>
            <a:endParaRPr lang="en-US" sz="1500" dirty="0"/>
          </a:p>
        </p:txBody>
      </p:sp>
      <p:pic>
        <p:nvPicPr>
          <p:cNvPr id="27" name="eq-34" descr="\frac{d x}{dt}= A 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3154680"/>
            <a:ext cx="1074420" cy="580644"/>
          </a:xfrm>
          <a:prstGeom prst="rect">
            <a:avLst/>
          </a:prstGeom>
        </p:spPr>
      </p:pic>
      <p:sp>
        <p:nvSpPr>
          <p:cNvPr id="28" name="t-35"/>
          <p:cNvSpPr txBox="1"/>
          <p:nvPr/>
        </p:nvSpPr>
        <p:spPr>
          <a:xfrm>
            <a:off x="9226296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Solve mode by mode, then four physical systems.</a:t>
            </a:r>
            <a:endParaRPr lang="en-US" sz="1400" dirty="0"/>
          </a:p>
        </p:txBody>
      </p:sp>
      <p:sp>
        <p:nvSpPr>
          <p:cNvPr id="29" name="t-36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hypothesis under all four: A has n linearly independent eigenvectors.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37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Lecture 6 left us</a:t>
            </a:r>
            <a:endParaRPr lang="en-US" sz="2800" dirty="0"/>
          </a:p>
        </p:txBody>
      </p:sp>
      <p:sp>
        <p:nvSpPr>
          <p:cNvPr id="3" name="t-38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Eigendecomposition</a:t>
            </a:r>
            <a:endParaRPr lang="en-US" sz="1000" dirty="0"/>
          </a:p>
        </p:txBody>
      </p:sp>
      <p:sp>
        <p:nvSpPr>
          <p:cNvPr id="4" name="t-39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0" dirty="0"/>
          </a:p>
        </p:txBody>
      </p:sp>
      <p:pic>
        <p:nvPicPr>
          <p:cNvPr id="5" name="eq-40" descr="A v=\lambda 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17320"/>
            <a:ext cx="1353312" cy="288036"/>
          </a:xfrm>
          <a:prstGeom prst="rect">
            <a:avLst/>
          </a:prstGeom>
        </p:spPr>
      </p:pic>
      <p:sp>
        <p:nvSpPr>
          <p:cNvPr id="6" name="t-41"/>
          <p:cNvSpPr txBox="1"/>
          <p:nvPr/>
        </p:nvSpPr>
        <p:spPr>
          <a:xfrm>
            <a:off x="2212848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 eigenvector keeps its direction; A only stretches it by λ.</a:t>
            </a:r>
            <a:endParaRPr lang="en-US" sz="1600" dirty="0"/>
          </a:p>
        </p:txBody>
      </p:sp>
      <p:sp>
        <p:nvSpPr>
          <p:cNvPr id="7" name="t-42"/>
          <p:cNvSpPr txBox="1"/>
          <p:nvPr/>
        </p:nvSpPr>
        <p:spPr>
          <a:xfrm>
            <a:off x="612648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example from Lecture 6:</a:t>
            </a:r>
            <a:endParaRPr lang="en-US" sz="1600" dirty="0"/>
          </a:p>
        </p:txBody>
      </p:sp>
      <p:pic>
        <p:nvPicPr>
          <p:cNvPr id="8" name="eq-43" descr="A=\begin{bmatrix}3&amp;1\\1&amp;3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468880"/>
            <a:ext cx="1383030" cy="706374"/>
          </a:xfrm>
          <a:prstGeom prst="rect">
            <a:avLst/>
          </a:prstGeom>
        </p:spPr>
      </p:pic>
      <p:pic>
        <p:nvPicPr>
          <p:cNvPr id="9" name="eq-44" descr="\lambda_1=4,\ \ v_1=\begin{bmatrix}1\\1\end{bmatrix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88" y="2496312"/>
            <a:ext cx="2080260" cy="646938"/>
          </a:xfrm>
          <a:prstGeom prst="rect">
            <a:avLst/>
          </a:prstGeom>
        </p:spPr>
      </p:pic>
      <p:pic>
        <p:nvPicPr>
          <p:cNvPr id="10" name="eq-45" descr="\lambda_2=2,\ \ v_2=\begin{bmatrix}1\\-1\end{bmatrix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2496312"/>
            <a:ext cx="2276856" cy="646938"/>
          </a:xfrm>
          <a:prstGeom prst="rect">
            <a:avLst/>
          </a:prstGeom>
        </p:spPr>
      </p:pic>
      <p:pic>
        <p:nvPicPr>
          <p:cNvPr id="11" name="b1-eq-46" descr="A v_1=\begin{bmatrix}4\\4\end{bmatrix}= {4} v_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429000"/>
            <a:ext cx="1876806" cy="585216"/>
          </a:xfrm>
          <a:prstGeom prst="rect">
            <a:avLst/>
          </a:prstGeom>
        </p:spPr>
      </p:pic>
      <p:pic>
        <p:nvPicPr>
          <p:cNvPr id="12" name="b1-eq-47" descr="A v_2=\begin{bmatrix}2\\-2\end{bmatrix}= {2} v_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3429000"/>
            <a:ext cx="2052828" cy="585216"/>
          </a:xfrm>
          <a:prstGeom prst="rect">
            <a:avLst/>
          </a:prstGeom>
        </p:spPr>
      </p:pic>
      <p:sp>
        <p:nvSpPr>
          <p:cNvPr id="13" name="b2-t-48"/>
          <p:cNvSpPr txBox="1"/>
          <p:nvPr/>
        </p:nvSpPr>
        <p:spPr>
          <a:xfrm>
            <a:off x="612648" y="4206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generic vector is also turned: u = (1, 0) goes to Au = (3, 1).</a:t>
            </a:r>
            <a:endParaRPr lang="en-US" sz="1600" dirty="0"/>
          </a:p>
        </p:txBody>
      </p:sp>
      <p:sp>
        <p:nvSpPr>
          <p:cNvPr id="14" name="b3-box-49"/>
          <p:cNvSpPr/>
          <p:nvPr/>
        </p:nvSpPr>
        <p:spPr>
          <a:xfrm>
            <a:off x="612648" y="4754880"/>
            <a:ext cx="6355080" cy="960120"/>
          </a:xfrm>
          <a:prstGeom prst="roundRect">
            <a:avLst>
              <a:gd name="adj" fmla="val 7619"/>
            </a:avLst>
          </a:prstGeom>
          <a:solidFill>
            <a:srgbClr val="EAF0F5"/>
          </a:solidFill>
          <a:ln w="6350">
            <a:solidFill>
              <a:srgbClr val="EA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3-t-50"/>
          <p:cNvSpPr txBox="1"/>
          <p:nvPr/>
        </p:nvSpPr>
        <p:spPr>
          <a:xfrm>
            <a:off x="886968" y="48463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the eigenbasis, A is diagonal.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Today: turn that sentence into a matrix identity.</a:t>
            </a:r>
            <a:endParaRPr lang="en-US" sz="1700" dirty="0"/>
          </a:p>
        </p:txBody>
      </p:sp>
      <p:pic>
        <p:nvPicPr>
          <p:cNvPr id="16" name="img-51" descr="Eigenvectors v1 = (1,1) and v2 = (1,-1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1280160"/>
            <a:ext cx="3931920" cy="4480560"/>
          </a:xfrm>
          <a:prstGeom prst="rect">
            <a:avLst/>
          </a:prstGeom>
        </p:spPr>
      </p:pic>
      <p:pic>
        <p:nvPicPr>
          <p:cNvPr id="17" name="b1-img-52" descr="A v1 = (4,4) and A v2 = (2,-2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1280160"/>
            <a:ext cx="3931920" cy="4480560"/>
          </a:xfrm>
          <a:prstGeom prst="rect">
            <a:avLst/>
          </a:prstGeom>
        </p:spPr>
      </p:pic>
      <p:pic>
        <p:nvPicPr>
          <p:cNvPr id="18" name="b2-img-53" descr="u = (1,0) and Au = (3,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6640" y="1280160"/>
            <a:ext cx="3931920" cy="448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4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 the eigenvectors in the columns of V</a:t>
            </a:r>
            <a:endParaRPr lang="en-US" sz="2800" dirty="0"/>
          </a:p>
        </p:txBody>
      </p:sp>
      <p:sp>
        <p:nvSpPr>
          <p:cNvPr id="3" name="t-55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Eigendecomposition</a:t>
            </a:r>
            <a:endParaRPr lang="en-US" sz="1000" dirty="0"/>
          </a:p>
        </p:txBody>
      </p:sp>
      <p:sp>
        <p:nvSpPr>
          <p:cNvPr id="4" name="t-56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-57"/>
          <p:cNvSpPr txBox="1"/>
          <p:nvPr/>
        </p:nvSpPr>
        <p:spPr>
          <a:xfrm>
            <a:off x="612648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n independent eigenvectors of A, side by side:</a:t>
            </a:r>
            <a:endParaRPr lang="en-US" sz="1600" dirty="0"/>
          </a:p>
        </p:txBody>
      </p:sp>
      <p:pic>
        <p:nvPicPr>
          <p:cNvPr id="6" name="eq-58" descr="V=\begin{bmatrix} \cv &amp; &amp; \cv\\ v_1 &amp; \cdots &amp; v_n\\ \cv &amp; &amp; \cv \end{b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37360"/>
            <a:ext cx="2052828" cy="950976"/>
          </a:xfrm>
          <a:prstGeom prst="rect">
            <a:avLst/>
          </a:prstGeom>
        </p:spPr>
      </p:pic>
      <p:pic>
        <p:nvPicPr>
          <p:cNvPr id="7" name="b1-eq-59" descr="A 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788920"/>
            <a:ext cx="6460236" cy="950976"/>
          </a:xfrm>
          <a:prstGeom prst="rect">
            <a:avLst/>
          </a:prstGeom>
        </p:spPr>
      </p:pic>
      <p:pic>
        <p:nvPicPr>
          <p:cNvPr id="8" name="b1-eq-60" descr="= \begin{bmatrix}\cv&amp;\cv&amp;&amp;\cv\\ A v_1&amp; A v_2&amp;\cdots&amp; A v_n\\ \cv&amp;\cv&amp;&amp;\cv\end{bmatrix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788920"/>
            <a:ext cx="6460236" cy="950976"/>
          </a:xfrm>
          <a:prstGeom prst="rect">
            <a:avLst/>
          </a:prstGeom>
        </p:spPr>
      </p:pic>
      <p:pic>
        <p:nvPicPr>
          <p:cNvPr id="9" name="b2-eq-61" descr="= \begin{bmatrix}\cv&amp;\cv&amp;&amp;\cv\\ \lambda_1 v_1&amp;\lambda_2 v_2&amp;\cdots&amp;\lambda_n v_n\\ \cv&amp;\cv&amp;&amp;\cv\end{bmatrix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2788920"/>
            <a:ext cx="6460236" cy="950976"/>
          </a:xfrm>
          <a:prstGeom prst="rect">
            <a:avLst/>
          </a:prstGeom>
        </p:spPr>
      </p:pic>
      <p:sp>
        <p:nvSpPr>
          <p:cNvPr id="10" name="b1-t-62"/>
          <p:cNvSpPr txBox="1"/>
          <p:nvPr/>
        </p:nvSpPr>
        <p:spPr>
          <a:xfrm>
            <a:off x="7315200" y="283464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column j of AV = A × column j of V (Lecture 1)</a:t>
            </a:r>
            <a:endParaRPr lang="en-US" sz="1400" dirty="0"/>
          </a:p>
        </p:txBody>
      </p:sp>
      <p:sp>
        <p:nvSpPr>
          <p:cNvPr id="11" name="b2-t-63"/>
          <p:cNvSpPr txBox="1"/>
          <p:nvPr/>
        </p:nvSpPr>
        <p:spPr>
          <a:xfrm>
            <a:off x="7315200" y="3337560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Avⱼ = λⱼvⱼ in every column</a:t>
            </a:r>
            <a:endParaRPr lang="en-US" sz="1400" dirty="0"/>
          </a:p>
        </p:txBody>
      </p:sp>
      <p:pic>
        <p:nvPicPr>
          <p:cNvPr id="12" name="b3-eq-64" descr="= \begin{bmatrix}\cv&amp;\cv&amp;&amp;\cv\\ v_1&amp; v_2&amp;\cdots&amp; v_n\\ \cv&amp;\cv&amp;&amp;\cv\end{bmatrix}\underbrace{\begin{bmatrix}\lambda_1&amp;&amp;&amp;\\&amp;\lambda_2&amp;&amp;\\&amp;&amp;\ddots&amp;\\&amp;&amp;&amp;\lambda_n\end{bmatrix}}_{\textstyleΛ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840480"/>
            <a:ext cx="4727448" cy="1666494"/>
          </a:xfrm>
          <a:prstGeom prst="rect">
            <a:avLst/>
          </a:prstGeom>
        </p:spPr>
      </p:pic>
      <p:sp>
        <p:nvSpPr>
          <p:cNvPr id="13" name="b3-t-65"/>
          <p:cNvSpPr txBox="1"/>
          <p:nvPr/>
        </p:nvSpPr>
        <p:spPr>
          <a:xfrm>
            <a:off x="5760720" y="4069080"/>
            <a:ext cx="5824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Scaling column j by λⱼ is exactly what right-multiplication by a diagonal matrix does.</a:t>
            </a:r>
            <a:endParaRPr lang="en-US" sz="1400" dirty="0"/>
          </a:p>
        </p:txBody>
      </p:sp>
      <p:pic>
        <p:nvPicPr>
          <p:cNvPr id="14" name="b4-eq-66" descr="{\boxed{\ A V= VΛ\ 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937760"/>
            <a:ext cx="1771650" cy="365760"/>
          </a:xfrm>
          <a:prstGeom prst="rect">
            <a:avLst/>
          </a:prstGeom>
        </p:spPr>
      </p:pic>
      <p:sp>
        <p:nvSpPr>
          <p:cNvPr id="15" name="b4-t-67"/>
          <p:cNvSpPr txBox="1"/>
          <p:nvPr/>
        </p:nvSpPr>
        <p:spPr>
          <a:xfrm>
            <a:off x="7726680" y="4983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Λ is the diagonal eigenvalue matrix.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68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= VΛV⁻¹, read right to left</a:t>
            </a:r>
            <a:endParaRPr lang="en-US" sz="2800" dirty="0"/>
          </a:p>
        </p:txBody>
      </p:sp>
      <p:sp>
        <p:nvSpPr>
          <p:cNvPr id="3" name="t-69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Eigendecomposition</a:t>
            </a:r>
            <a:endParaRPr lang="en-US" sz="1000" dirty="0"/>
          </a:p>
        </p:txBody>
      </p:sp>
      <p:sp>
        <p:nvSpPr>
          <p:cNvPr id="4" name="t-70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-71"/>
          <p:cNvSpPr txBox="1"/>
          <p:nvPr/>
        </p:nvSpPr>
        <p:spPr>
          <a:xfrm>
            <a:off x="612648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 independent columns make V invertible. Multiply on the right by V⁻¹:</a:t>
            </a:r>
            <a:endParaRPr lang="en-US" sz="1600" dirty="0"/>
          </a:p>
        </p:txBody>
      </p:sp>
      <p:pic>
        <p:nvPicPr>
          <p:cNvPr id="6" name="eq-72" descr="A V= VΛ \xrightarrow{\ \ \times V^{-1} { on the right}\ \ } {\boxed{\ A= VΛ V^{-1}\ 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83080"/>
            <a:ext cx="6508242" cy="509778"/>
          </a:xfrm>
          <a:prstGeom prst="rect">
            <a:avLst/>
          </a:prstGeom>
        </p:spPr>
      </p:pic>
      <p:pic>
        <p:nvPicPr>
          <p:cNvPr id="7" name="eq-73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51810"/>
            <a:ext cx="235458" cy="205740"/>
          </a:xfrm>
          <a:prstGeom prst="rect">
            <a:avLst/>
          </a:prstGeom>
        </p:spPr>
      </p:pic>
      <p:pic>
        <p:nvPicPr>
          <p:cNvPr id="8" name="b1-eq-74" descr="V^{-1} 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87802"/>
            <a:ext cx="777240" cy="333756"/>
          </a:xfrm>
          <a:prstGeom prst="rect">
            <a:avLst/>
          </a:prstGeom>
        </p:spPr>
      </p:pic>
      <p:pic>
        <p:nvPicPr>
          <p:cNvPr id="9" name="b2-eq-75" descr="Λ V^{-1} 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987802"/>
            <a:ext cx="1012698" cy="333756"/>
          </a:xfrm>
          <a:prstGeom prst="rect">
            <a:avLst/>
          </a:prstGeom>
        </p:spPr>
      </p:pic>
      <p:pic>
        <p:nvPicPr>
          <p:cNvPr id="10" name="b3-eq-76" descr="VΛ V^{-1} x= A 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987802"/>
            <a:ext cx="2064258" cy="333756"/>
          </a:xfrm>
          <a:prstGeom prst="rect">
            <a:avLst/>
          </a:prstGeom>
        </p:spPr>
      </p:pic>
      <p:sp>
        <p:nvSpPr>
          <p:cNvPr id="11" name="b1-arr-77"/>
          <p:cNvSpPr/>
          <p:nvPr/>
        </p:nvSpPr>
        <p:spPr>
          <a:xfrm>
            <a:off x="1287018" y="3154680"/>
            <a:ext cx="2141982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b1-eq-78" descr="V^{-1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2264" y="2738628"/>
            <a:ext cx="491490" cy="283464"/>
          </a:xfrm>
          <a:prstGeom prst="rect">
            <a:avLst/>
          </a:prstGeom>
        </p:spPr>
      </p:pic>
      <p:sp>
        <p:nvSpPr>
          <p:cNvPr id="13" name="b1-t-79"/>
          <p:cNvSpPr txBox="1"/>
          <p:nvPr/>
        </p:nvSpPr>
        <p:spPr>
          <a:xfrm>
            <a:off x="1260729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rewrite x 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eigenbasis</a:t>
            </a:r>
            <a:endParaRPr lang="en-US" sz="1300" dirty="0"/>
          </a:p>
        </p:txBody>
      </p:sp>
      <p:sp>
        <p:nvSpPr>
          <p:cNvPr id="14" name="b2-arr-80"/>
          <p:cNvSpPr/>
          <p:nvPr/>
        </p:nvSpPr>
        <p:spPr>
          <a:xfrm>
            <a:off x="4480560" y="3154680"/>
            <a:ext cx="1691640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b2-eq-81" descr="Λ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8651" y="2768346"/>
            <a:ext cx="235458" cy="224028"/>
          </a:xfrm>
          <a:prstGeom prst="rect">
            <a:avLst/>
          </a:prstGeom>
        </p:spPr>
      </p:pic>
      <p:sp>
        <p:nvSpPr>
          <p:cNvPr id="16" name="b2-t-82"/>
          <p:cNvSpPr txBox="1"/>
          <p:nvPr/>
        </p:nvSpPr>
        <p:spPr>
          <a:xfrm>
            <a:off x="422910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scale coordinate 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by λᵢ</a:t>
            </a:r>
            <a:endParaRPr lang="en-US" sz="1300" dirty="0"/>
          </a:p>
        </p:txBody>
      </p:sp>
      <p:sp>
        <p:nvSpPr>
          <p:cNvPr id="17" name="b3-arr-83"/>
          <p:cNvSpPr/>
          <p:nvPr/>
        </p:nvSpPr>
        <p:spPr>
          <a:xfrm>
            <a:off x="7459218" y="3154680"/>
            <a:ext cx="1730502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b3-eq-84" descr="V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6740" y="2768346"/>
            <a:ext cx="235458" cy="224028"/>
          </a:xfrm>
          <a:prstGeom prst="rect">
            <a:avLst/>
          </a:prstGeom>
        </p:spPr>
      </p:pic>
      <p:sp>
        <p:nvSpPr>
          <p:cNvPr id="19" name="b3-t-85"/>
          <p:cNvSpPr txBox="1"/>
          <p:nvPr/>
        </p:nvSpPr>
        <p:spPr>
          <a:xfrm>
            <a:off x="7227189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go back to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original basis</a:t>
            </a:r>
            <a:endParaRPr lang="en-US" sz="1300" dirty="0"/>
          </a:p>
        </p:txBody>
      </p:sp>
      <p:sp>
        <p:nvSpPr>
          <p:cNvPr id="20" name="b4-box-86"/>
          <p:cNvSpPr/>
          <p:nvPr/>
        </p:nvSpPr>
        <p:spPr>
          <a:xfrm>
            <a:off x="612648" y="434340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EAF0F5"/>
          </a:solidFill>
          <a:ln w="6350">
            <a:solidFill>
              <a:srgbClr val="EA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4-t-87"/>
          <p:cNvSpPr txBox="1"/>
          <p:nvPr/>
        </p:nvSpPr>
        <p:spPr>
          <a:xfrm>
            <a:off x="841248" y="447141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2" name="b4-t-88"/>
          <p:cNvSpPr txBox="1"/>
          <p:nvPr/>
        </p:nvSpPr>
        <p:spPr>
          <a:xfrm>
            <a:off x="841248" y="4754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Nothing in the middle step mixes coordinates. All the complication of A sits in the change of basis, done once at the start and undone once at the end.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89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Worked example: the matrix from Lecture 6</a:t>
            </a:r>
            <a:endParaRPr lang="en-US" sz="2800" dirty="0"/>
          </a:p>
        </p:txBody>
      </p:sp>
      <p:sp>
        <p:nvSpPr>
          <p:cNvPr id="3" name="t-90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Eigendecomposition</a:t>
            </a:r>
            <a:endParaRPr lang="en-US" sz="1000" dirty="0"/>
          </a:p>
        </p:txBody>
      </p:sp>
      <p:sp>
        <p:nvSpPr>
          <p:cNvPr id="4" name="t-91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000" dirty="0"/>
          </a:p>
        </p:txBody>
      </p:sp>
      <p:pic>
        <p:nvPicPr>
          <p:cNvPr id="5" name="eq-92" descr="V=\begin{bmatrix}1&amp;1\\1&amp;-1\end{bmatrix}, Λ=\begin{bmatrix}4&amp;0\\0&amp;2\end{bmatrix}, V^{-1}=\tfrac12\begin{bmatrix}1&amp;1\\1&amp;-1\end{b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71600"/>
            <a:ext cx="6373368" cy="706374"/>
          </a:xfrm>
          <a:prstGeom prst="rect">
            <a:avLst/>
          </a:prstGeom>
        </p:spPr>
      </p:pic>
      <p:pic>
        <p:nvPicPr>
          <p:cNvPr id="6" name="b1-eq-93" descr="VΛ=\begin{bmatrix}1&amp;1\\1&amp;-1\end{bmatrix}\begin{bmatrix}4&amp;0\\0&amp;2\end{bmatrix}=\begin{bmatrix}4&amp;2\\4&amp;-2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423160"/>
            <a:ext cx="3659886" cy="646938"/>
          </a:xfrm>
          <a:prstGeom prst="rect">
            <a:avLst/>
          </a:prstGeom>
        </p:spPr>
      </p:pic>
      <p:sp>
        <p:nvSpPr>
          <p:cNvPr id="7" name="b1-t-94"/>
          <p:cNvSpPr txBox="1"/>
          <p:nvPr/>
        </p:nvSpPr>
        <p:spPr>
          <a:xfrm>
            <a:off x="4572000" y="2560320"/>
            <a:ext cx="7013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Λ on the right scales column 1 by 4 and column 2 by 2.</a:t>
            </a:r>
            <a:endParaRPr lang="en-US" sz="1500" dirty="0"/>
          </a:p>
        </p:txBody>
      </p:sp>
      <p:pic>
        <p:nvPicPr>
          <p:cNvPr id="8" name="b2-eq-95" descr="VΛ V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429000"/>
            <a:ext cx="7376922" cy="706374"/>
          </a:xfrm>
          <a:prstGeom prst="rect">
            <a:avLst/>
          </a:prstGeom>
        </p:spPr>
      </p:pic>
      <p:pic>
        <p:nvPicPr>
          <p:cNvPr id="9" name="b2-eq-96" descr="= \begin{bmatrix}4&amp;2\\4&amp;-2\end{bmatrix}\cdot\tfrac12\begin{bmatrix}1&amp;1\\1&amp;-1\end{bmatrix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429000"/>
            <a:ext cx="7376922" cy="706374"/>
          </a:xfrm>
          <a:prstGeom prst="rect">
            <a:avLst/>
          </a:prstGeom>
        </p:spPr>
      </p:pic>
      <p:pic>
        <p:nvPicPr>
          <p:cNvPr id="10" name="b3-eq-97" descr="= \tfrac12\begin{bmatrix}6&amp;2\\2&amp;6\end{bmatrix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429000"/>
            <a:ext cx="7376922" cy="706374"/>
          </a:xfrm>
          <a:prstGeom prst="rect">
            <a:avLst/>
          </a:prstGeom>
        </p:spPr>
      </p:pic>
      <p:pic>
        <p:nvPicPr>
          <p:cNvPr id="11" name="b4-eq-98" descr="= \begin{bmatrix}3&amp;1\\1&amp;3\end{bmatrix}= A\ \ {\checkmar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3429000"/>
            <a:ext cx="7376922" cy="706374"/>
          </a:xfrm>
          <a:prstGeom prst="rect">
            <a:avLst/>
          </a:prstGeom>
        </p:spPr>
      </p:pic>
      <p:sp>
        <p:nvSpPr>
          <p:cNvPr id="12" name="b5-box-99"/>
          <p:cNvSpPr/>
          <p:nvPr/>
        </p:nvSpPr>
        <p:spPr>
          <a:xfrm>
            <a:off x="612648" y="4434840"/>
            <a:ext cx="7589520" cy="1325880"/>
          </a:xfrm>
          <a:prstGeom prst="roundRect">
            <a:avLst>
              <a:gd name="adj" fmla="val 5517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5-t-100"/>
          <p:cNvSpPr txBox="1"/>
          <p:nvPr/>
        </p:nvSpPr>
        <p:spPr>
          <a:xfrm>
            <a:off x="841248" y="456285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V⁻¹ CAME FROM</a:t>
            </a:r>
            <a:endParaRPr lang="en-US" sz="1100" dirty="0"/>
          </a:p>
        </p:txBody>
      </p:sp>
      <p:pic>
        <p:nvPicPr>
          <p:cNvPr id="14" name="b5-eq-101" descr="\det V=-1-1=-2, V^{-1}=\frac{1}{-2}\begin{bmatrix}-1&amp;-1\\-1&amp;1\end{bmatrix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4846320"/>
            <a:ext cx="4405122" cy="525780"/>
          </a:xfrm>
          <a:prstGeom prst="rect">
            <a:avLst/>
          </a:prstGeom>
        </p:spPr>
      </p:pic>
      <p:sp>
        <p:nvSpPr>
          <p:cNvPr id="15" name="b5-t-102"/>
          <p:cNvSpPr txBox="1"/>
          <p:nvPr/>
        </p:nvSpPr>
        <p:spPr>
          <a:xfrm>
            <a:off x="5458968" y="4892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 × 2 rule: swap the diagonal, negate the off-diagonal, divide by det.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03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recipe with numbers: A x for x = (2, 0)</a:t>
            </a:r>
            <a:endParaRPr lang="en-US" sz="2800" dirty="0"/>
          </a:p>
        </p:txBody>
      </p:sp>
      <p:sp>
        <p:nvSpPr>
          <p:cNvPr id="3" name="t-104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Eigendecomposition</a:t>
            </a:r>
            <a:endParaRPr lang="en-US" sz="1000" dirty="0"/>
          </a:p>
        </p:txBody>
      </p:sp>
      <p:sp>
        <p:nvSpPr>
          <p:cNvPr id="4" name="t-105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</a:t>
            </a:r>
            <a:endParaRPr lang="en-US" sz="1000" dirty="0"/>
          </a:p>
        </p:txBody>
      </p:sp>
      <p:pic>
        <p:nvPicPr>
          <p:cNvPr id="5" name="eq-106" descr="x=\begin{bmatrix}2\\0\end{b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567053"/>
            <a:ext cx="1044702" cy="706374"/>
          </a:xfrm>
          <a:prstGeom prst="rect">
            <a:avLst/>
          </a:prstGeom>
        </p:spPr>
      </p:pic>
      <p:pic>
        <p:nvPicPr>
          <p:cNvPr id="6" name="b1-eq-107" descr="V^{-1} x=\begin{bmatrix}1\\1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567053"/>
            <a:ext cx="1540764" cy="706374"/>
          </a:xfrm>
          <a:prstGeom prst="rect">
            <a:avLst/>
          </a:prstGeom>
        </p:spPr>
      </p:pic>
      <p:pic>
        <p:nvPicPr>
          <p:cNvPr id="7" name="b2-eq-108" descr="Λ V^{-1} x=\begin{bmatrix}4\\2\end{bmatrix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567053"/>
            <a:ext cx="1757934" cy="706374"/>
          </a:xfrm>
          <a:prstGeom prst="rect">
            <a:avLst/>
          </a:prstGeom>
        </p:spPr>
      </p:pic>
      <p:pic>
        <p:nvPicPr>
          <p:cNvPr id="8" name="b3-eq-109" descr="VΛ V^{-1} x=\begin{bmatrix}6\\2\end{bmatrix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1567053"/>
            <a:ext cx="1972818" cy="706374"/>
          </a:xfrm>
          <a:prstGeom prst="rect">
            <a:avLst/>
          </a:prstGeom>
        </p:spPr>
      </p:pic>
      <p:sp>
        <p:nvSpPr>
          <p:cNvPr id="9" name="b1-arr-110"/>
          <p:cNvSpPr/>
          <p:nvPr/>
        </p:nvSpPr>
        <p:spPr>
          <a:xfrm>
            <a:off x="1767078" y="1920240"/>
            <a:ext cx="866394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b1-eq-111" descr="V^{-1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1392" y="1525448"/>
            <a:ext cx="417767" cy="240944"/>
          </a:xfrm>
          <a:prstGeom prst="rect">
            <a:avLst/>
          </a:prstGeom>
        </p:spPr>
      </p:pic>
      <p:sp>
        <p:nvSpPr>
          <p:cNvPr id="11" name="b2-arr-112"/>
          <p:cNvSpPr/>
          <p:nvPr/>
        </p:nvSpPr>
        <p:spPr>
          <a:xfrm>
            <a:off x="4393692" y="1920240"/>
            <a:ext cx="982980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b2-eq-113" descr="Λ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5112" y="1550708"/>
            <a:ext cx="200139" cy="190424"/>
          </a:xfrm>
          <a:prstGeom prst="rect">
            <a:avLst/>
          </a:prstGeom>
        </p:spPr>
      </p:pic>
      <p:sp>
        <p:nvSpPr>
          <p:cNvPr id="13" name="b3-arr-114"/>
          <p:cNvSpPr/>
          <p:nvPr/>
        </p:nvSpPr>
        <p:spPr>
          <a:xfrm>
            <a:off x="7354062" y="1920240"/>
            <a:ext cx="1040130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b3-eq-115" descr="V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4057" y="1550708"/>
            <a:ext cx="200139" cy="190424"/>
          </a:xfrm>
          <a:prstGeom prst="rect">
            <a:avLst/>
          </a:prstGeom>
        </p:spPr>
      </p:pic>
      <p:pic>
        <p:nvPicPr>
          <p:cNvPr id="15" name="b1-eq-116" descr="x=1 v_1+1 v_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7772" y="2743200"/>
            <a:ext cx="1531620" cy="228600"/>
          </a:xfrm>
          <a:prstGeom prst="rect">
            <a:avLst/>
          </a:prstGeom>
        </p:spPr>
      </p:pic>
      <p:sp>
        <p:nvSpPr>
          <p:cNvPr id="16" name="b1-t-117"/>
          <p:cNvSpPr txBox="1"/>
          <p:nvPr/>
        </p:nvSpPr>
        <p:spPr>
          <a:xfrm>
            <a:off x="2233422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coordinates of 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the eigenbasis</a:t>
            </a:r>
            <a:endParaRPr lang="en-US" sz="1300" dirty="0"/>
          </a:p>
        </p:txBody>
      </p:sp>
      <p:pic>
        <p:nvPicPr>
          <p:cNvPr id="17" name="b2-eq-118" descr="(1,1)\ \mapsto\ (4\cdot1,\ 2\cdot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6088" y="2743200"/>
            <a:ext cx="2178558" cy="253746"/>
          </a:xfrm>
          <a:prstGeom prst="rect">
            <a:avLst/>
          </a:prstGeom>
        </p:spPr>
      </p:pic>
      <p:sp>
        <p:nvSpPr>
          <p:cNvPr id="18" name="b2-t-119"/>
          <p:cNvSpPr txBox="1"/>
          <p:nvPr/>
        </p:nvSpPr>
        <p:spPr>
          <a:xfrm>
            <a:off x="5085207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each coordinate times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its own eigenvalue</a:t>
            </a:r>
            <a:endParaRPr lang="en-US" sz="1300" dirty="0"/>
          </a:p>
        </p:txBody>
      </p:sp>
      <p:pic>
        <p:nvPicPr>
          <p:cNvPr id="19" name="b3-eq-120" descr="4 v_1+2 v_2=\begin{bmatrix}4\\4\end{bmatrix}+\begin{bmatrix}2\\-2\end{bmatrix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0456" y="2743200"/>
            <a:ext cx="2539746" cy="555498"/>
          </a:xfrm>
          <a:prstGeom prst="rect">
            <a:avLst/>
          </a:prstGeom>
        </p:spPr>
      </p:pic>
      <p:sp>
        <p:nvSpPr>
          <p:cNvPr id="20" name="b3-t-121"/>
          <p:cNvSpPr txBox="1"/>
          <p:nvPr/>
        </p:nvSpPr>
        <p:spPr>
          <a:xfrm>
            <a:off x="8210169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back to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standard basis</a:t>
            </a:r>
            <a:endParaRPr lang="en-US" sz="1300" dirty="0"/>
          </a:p>
        </p:txBody>
      </p:sp>
      <p:pic>
        <p:nvPicPr>
          <p:cNvPr id="21" name="b4-eq-122" descr="A x=\begin{bmatrix}3&amp;1\\1&amp;3\end{bmatrix}\begin{bmatrix}2\\0\end{bmatrix}=\begin{bmatrix}6\\2\end{bmatrix}\ \ {\checkmark}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648" y="4297680"/>
            <a:ext cx="3362706" cy="706374"/>
          </a:xfrm>
          <a:prstGeom prst="rect">
            <a:avLst/>
          </a:prstGeom>
        </p:spPr>
      </p:pic>
      <p:sp>
        <p:nvSpPr>
          <p:cNvPr id="22" name="b4-t-123"/>
          <p:cNvSpPr txBox="1"/>
          <p:nvPr/>
        </p:nvSpPr>
        <p:spPr>
          <a:xfrm>
            <a:off x="42062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Multiplying directly gives the same answer.</a:t>
            </a:r>
            <a:endParaRPr lang="en-US" sz="1600" dirty="0"/>
          </a:p>
        </p:txBody>
      </p:sp>
      <p:sp>
        <p:nvSpPr>
          <p:cNvPr id="23" name="t-124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Coordinates in the eigenbasis never mix: coordinate i is multiplied by λᵢ and by nothing else.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25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Not every matrix has one</a:t>
            </a:r>
            <a:endParaRPr lang="en-US" sz="2800" dirty="0"/>
          </a:p>
        </p:txBody>
      </p:sp>
      <p:sp>
        <p:nvSpPr>
          <p:cNvPr id="3" name="t-126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Eigendecomposition</a:t>
            </a:r>
            <a:endParaRPr lang="en-US" sz="1000" dirty="0"/>
          </a:p>
        </p:txBody>
      </p:sp>
      <p:sp>
        <p:nvSpPr>
          <p:cNvPr id="4" name="t-127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box-128"/>
          <p:cNvSpPr/>
          <p:nvPr/>
        </p:nvSpPr>
        <p:spPr>
          <a:xfrm>
            <a:off x="612648" y="1325880"/>
            <a:ext cx="10972800" cy="4343400"/>
          </a:xfrm>
          <a:prstGeom prst="roundRect">
            <a:avLst>
              <a:gd name="adj" fmla="val 1684"/>
            </a:avLst>
          </a:prstGeom>
          <a:solidFill>
            <a:srgbClr val="F8ECEE"/>
          </a:solidFill>
          <a:ln w="6350">
            <a:solidFill>
              <a:srgbClr val="F8E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-129"/>
          <p:cNvSpPr txBox="1"/>
          <p:nvPr/>
        </p:nvSpPr>
        <p:spPr>
          <a:xfrm>
            <a:off x="841248" y="14538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WATCH OUT</a:t>
            </a:r>
            <a:endParaRPr lang="en-US" sz="1100" dirty="0"/>
          </a:p>
        </p:txBody>
      </p:sp>
      <p:pic>
        <p:nvPicPr>
          <p:cNvPr id="7" name="eq-130" descr="N=\begin{bmatrix}2&amp;1\\0&amp;2\end{bmatrix}: \det( N-\lambda I)=(2-\lambda)^2\ \ \Rightarrow\ \ \lambda=2,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83080"/>
            <a:ext cx="6300216" cy="646938"/>
          </a:xfrm>
          <a:prstGeom prst="rect">
            <a:avLst/>
          </a:prstGeom>
        </p:spPr>
      </p:pic>
      <p:pic>
        <p:nvPicPr>
          <p:cNvPr id="8" name="b1-eq-131" descr="N-2 I=\begin{bmatrix}0&amp;1\\0&amp;0\end{bmatrix}\ \ \Rightarrow\ \ {only }\ v=c\begin{bmatrix}1\\0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651760"/>
            <a:ext cx="4361688" cy="646938"/>
          </a:xfrm>
          <a:prstGeom prst="rect">
            <a:avLst/>
          </a:prstGeom>
        </p:spPr>
      </p:pic>
      <p:pic>
        <p:nvPicPr>
          <p:cNvPr id="9" name="b2-eq-132" descr="V=\begin{bmatrix}1&amp;1\\0&amp;0\end{bmatrix}, \det V=0\ \ \Rightarrow\ \ {no } V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520440"/>
            <a:ext cx="4645152" cy="646938"/>
          </a:xfrm>
          <a:prstGeom prst="rect">
            <a:avLst/>
          </a:prstGeom>
        </p:spPr>
      </p:pic>
      <p:sp>
        <p:nvSpPr>
          <p:cNvPr id="10" name="b3-t-133"/>
          <p:cNvSpPr txBox="1"/>
          <p:nvPr/>
        </p:nvSpPr>
        <p:spPr>
          <a:xfrm>
            <a:off x="932688" y="4434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derivation needed V⁻¹, which needs n linearly independent eigenvectors. A defective matrix (Lecture 6) does not have them, so there is nothing to invert. Every formula in the rest of this lecture inherits that hypothesis.</a:t>
            </a:r>
            <a:endParaRPr lang="en-US" sz="1600" dirty="0"/>
          </a:p>
        </p:txBody>
      </p:sp>
      <p:sp>
        <p:nvSpPr>
          <p:cNvPr id="11" name="b3-t-134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symmetric matrices are never defective: that is part of the spectral theorem, next.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35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Symmetric matrices</a:t>
            </a:r>
            <a:endParaRPr lang="en-US" sz="2800" dirty="0"/>
          </a:p>
        </p:txBody>
      </p:sp>
      <p:sp>
        <p:nvSpPr>
          <p:cNvPr id="3" name="t-136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Symmetric matrices</a:t>
            </a:r>
            <a:endParaRPr lang="en-US" sz="1000" dirty="0"/>
          </a:p>
        </p:txBody>
      </p:sp>
      <p:sp>
        <p:nvSpPr>
          <p:cNvPr id="4" name="t-137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</a:t>
            </a:r>
            <a:endParaRPr lang="en-US" sz="1000" dirty="0"/>
          </a:p>
        </p:txBody>
      </p:sp>
      <p:pic>
        <p:nvPicPr>
          <p:cNvPr id="5" name="eq-138" descr="A= A^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71600"/>
            <a:ext cx="1287018" cy="397764"/>
          </a:xfrm>
          <a:prstGeom prst="rect">
            <a:avLst/>
          </a:prstGeom>
        </p:spPr>
      </p:pic>
      <p:sp>
        <p:nvSpPr>
          <p:cNvPr id="6" name="t-139"/>
          <p:cNvSpPr txBox="1"/>
          <p:nvPr/>
        </p:nvSpPr>
        <p:spPr>
          <a:xfrm>
            <a:off x="2121408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real, n × n</a:t>
            </a:r>
            <a:endParaRPr lang="en-US" sz="1600" dirty="0"/>
          </a:p>
        </p:txBody>
      </p:sp>
      <p:sp>
        <p:nvSpPr>
          <p:cNvPr id="7" name="num-140"/>
          <p:cNvSpPr/>
          <p:nvPr/>
        </p:nvSpPr>
        <p:spPr>
          <a:xfrm>
            <a:off x="612648" y="2103120"/>
            <a:ext cx="457200" cy="4572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-141"/>
          <p:cNvSpPr txBox="1"/>
          <p:nvPr/>
        </p:nvSpPr>
        <p:spPr>
          <a:xfrm>
            <a:off x="6126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-142"/>
          <p:cNvSpPr txBox="1"/>
          <p:nvPr/>
        </p:nvSpPr>
        <p:spPr>
          <a:xfrm>
            <a:off x="1252728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All eigenvalues are </a:t>
            </a:r>
            <a:r>
              <a:rPr lang="en-US" sz="1800" b="1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</a:t>
            </a:r>
            <a:r>
              <a:rPr lang="en-US" sz="18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num-143"/>
          <p:cNvSpPr/>
          <p:nvPr/>
        </p:nvSpPr>
        <p:spPr>
          <a:xfrm>
            <a:off x="612648" y="2697480"/>
            <a:ext cx="457200" cy="4572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-144"/>
          <p:cNvSpPr txBox="1"/>
          <p:nvPr/>
        </p:nvSpPr>
        <p:spPr>
          <a:xfrm>
            <a:off x="6126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-145"/>
          <p:cNvSpPr txBox="1"/>
          <p:nvPr/>
        </p:nvSpPr>
        <p:spPr>
          <a:xfrm>
            <a:off x="1252728" y="26974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There are n eigenvectors, and they can be chosen </a:t>
            </a:r>
            <a:r>
              <a:rPr lang="en-US" sz="1800" b="1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orthogonal</a:t>
            </a:r>
            <a:r>
              <a:rPr lang="en-US" sz="18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to each other.</a:t>
            </a:r>
            <a:endParaRPr lang="en-US" sz="1800" dirty="0"/>
          </a:p>
        </p:txBody>
      </p:sp>
      <p:sp>
        <p:nvSpPr>
          <p:cNvPr id="13" name="b1-box-146"/>
          <p:cNvSpPr/>
          <p:nvPr/>
        </p:nvSpPr>
        <p:spPr>
          <a:xfrm>
            <a:off x="6400800" y="1371600"/>
            <a:ext cx="5184648" cy="18288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1-t-147"/>
          <p:cNvSpPr txBox="1"/>
          <p:nvPr/>
        </p:nvSpPr>
        <p:spPr>
          <a:xfrm>
            <a:off x="6629400" y="1499616"/>
            <a:ext cx="4727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WE CARE</a:t>
            </a:r>
            <a:endParaRPr lang="en-US" sz="1100" dirty="0"/>
          </a:p>
        </p:txBody>
      </p:sp>
      <p:sp>
        <p:nvSpPr>
          <p:cNvPr id="15" name="b1-t-148"/>
          <p:cNvSpPr txBox="1"/>
          <p:nvPr/>
        </p:nvSpPr>
        <p:spPr>
          <a:xfrm>
            <a:off x="6629400" y="17830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Essentially every matrix this course builds from a physical equilibrium is symmetric: K, T, B, C, AᵀA, AᵀCA, stiffness and mass matrices. Complex cousins: Hermitian matrices, A† = A, such as quantum Hamiltonians.</a:t>
            </a:r>
            <a:endParaRPr lang="en-US" sz="1400" dirty="0"/>
          </a:p>
        </p:txBody>
      </p:sp>
      <p:pic>
        <p:nvPicPr>
          <p:cNvPr id="16" name="b2-eq-149" descr="v^{\dagger}\equiv( v^{*})^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794760"/>
            <a:ext cx="1191006" cy="329184"/>
          </a:xfrm>
          <a:prstGeom prst="rect">
            <a:avLst/>
          </a:prstGeom>
        </p:spPr>
      </p:pic>
      <p:sp>
        <p:nvSpPr>
          <p:cNvPr id="17" name="b2-t-150"/>
          <p:cNvSpPr txBox="1"/>
          <p:nvPr/>
        </p:nvSpPr>
        <p:spPr>
          <a:xfrm>
            <a:off x="2075688" y="3749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conjugate transpose: conjugate, then transpose. We allow complex v because we do not yet know that λ is real.</a:t>
            </a:r>
            <a:endParaRPr lang="en-US" sz="1500" dirty="0"/>
          </a:p>
        </p:txBody>
      </p:sp>
      <p:pic>
        <p:nvPicPr>
          <p:cNvPr id="18" name="b3-eq-151" descr="v=\begin{bmatrix}1\\ i\end{bmatrix}: v^T v=1+i^2= {0}, v^{\dagger} v=|1|^2+|i|^2=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526280"/>
            <a:ext cx="6423660" cy="646938"/>
          </a:xfrm>
          <a:prstGeom prst="rect">
            <a:avLst/>
          </a:prstGeom>
        </p:spPr>
      </p:pic>
      <p:sp>
        <p:nvSpPr>
          <p:cNvPr id="19" name="b3-t-152"/>
          <p:cNvSpPr txBox="1"/>
          <p:nvPr/>
        </p:nvSpPr>
        <p:spPr>
          <a:xfrm>
            <a:off x="7315200" y="4617720"/>
            <a:ext cx="4270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vᵀv can vanish for v ≠ 0. v†v cannot: it is a sum of |vᵢ|².</a:t>
            </a:r>
            <a:endParaRPr lang="en-US" sz="1400" dirty="0"/>
          </a:p>
        </p:txBody>
      </p:sp>
      <p:sp>
        <p:nvSpPr>
          <p:cNvPr id="20" name="t-153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Both proofs are three lines, and both show exactly where symmetry is used.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54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Proof (1): the eigenvalues are real</a:t>
            </a:r>
            <a:endParaRPr lang="en-US" sz="2800" dirty="0"/>
          </a:p>
        </p:txBody>
      </p:sp>
      <p:sp>
        <p:nvSpPr>
          <p:cNvPr id="3" name="t-155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Symmetric matrices</a:t>
            </a:r>
            <a:endParaRPr lang="en-US" sz="1000" dirty="0"/>
          </a:p>
        </p:txBody>
      </p:sp>
      <p:sp>
        <p:nvSpPr>
          <p:cNvPr id="4" name="t-156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eq-157" descr="A v=\lambda v \Rightarrow v^{\dagger} A v=\lambda \underbrace{ v^{\dagger} v}_{&gt; 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3938778" cy="752094"/>
          </a:xfrm>
          <a:prstGeom prst="rect">
            <a:avLst/>
          </a:prstGeom>
        </p:spPr>
      </p:pic>
      <p:sp>
        <p:nvSpPr>
          <p:cNvPr id="6" name="t-158"/>
          <p:cNvSpPr txBox="1"/>
          <p:nvPr/>
        </p:nvSpPr>
        <p:spPr>
          <a:xfrm>
            <a:off x="5029200" y="1417320"/>
            <a:ext cx="6556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Inner product of both sides with v. v†v = Σ|vᵢ|² is real and positive because v ≠ 0.</a:t>
            </a:r>
            <a:endParaRPr lang="en-US" sz="1400" dirty="0"/>
          </a:p>
        </p:txBody>
      </p:sp>
      <p:pic>
        <p:nvPicPr>
          <p:cNvPr id="7" name="b1-eq-159" descr="\bigl( v^{\dagger} A v\bigr)^{*}=\bigl( v^{\dagger} A v\bigr)^{\dagger}= v^{\dagger} { A^{\dagger}} v= v^{\dagger} A 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377440"/>
            <a:ext cx="4588002" cy="434340"/>
          </a:xfrm>
          <a:prstGeom prst="rect">
            <a:avLst/>
          </a:prstGeom>
        </p:spPr>
      </p:pic>
      <p:sp>
        <p:nvSpPr>
          <p:cNvPr id="8" name="b1-t-160"/>
          <p:cNvSpPr txBox="1"/>
          <p:nvPr/>
        </p:nvSpPr>
        <p:spPr>
          <a:xfrm>
            <a:off x="5486400" y="2286000"/>
            <a:ext cx="6099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v†Av is a 1 × 1 number: conjugate = conjugate transpose. </a:t>
            </a:r>
            <a:r>
              <a:rPr lang="en-US" sz="1400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Symmetry used here: A real and A = Aᵀ give A† = A.</a:t>
            </a:r>
            <a:endParaRPr lang="en-US" sz="1400" dirty="0"/>
          </a:p>
        </p:txBody>
      </p:sp>
      <p:sp>
        <p:nvSpPr>
          <p:cNvPr id="9" name="b2-t-161"/>
          <p:cNvSpPr txBox="1"/>
          <p:nvPr/>
        </p:nvSpPr>
        <p:spPr>
          <a:xfrm>
            <a:off x="612648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number equal to its own conjugate is real, so v†Av is real.</a:t>
            </a:r>
            <a:endParaRPr lang="en-US" sz="1600" dirty="0"/>
          </a:p>
        </p:txBody>
      </p:sp>
      <p:pic>
        <p:nvPicPr>
          <p:cNvPr id="10" name="b3-eq-162" descr="\lambda=\frac{ v^{\dagger} A v}{ v^{\dagger} v}=\frac{ {real}}{ {real}&gt;0} \Rightarrow {\lambda\in\mathbb R} \blacksqua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566160"/>
            <a:ext cx="5214366" cy="662940"/>
          </a:xfrm>
          <a:prstGeom prst="rect">
            <a:avLst/>
          </a:prstGeom>
        </p:spPr>
      </p:pic>
      <p:sp>
        <p:nvSpPr>
          <p:cNvPr id="11" name="b4-box-163"/>
          <p:cNvSpPr/>
          <p:nvPr/>
        </p:nvSpPr>
        <p:spPr>
          <a:xfrm>
            <a:off x="612648" y="452628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4-t-164"/>
          <p:cNvSpPr txBox="1"/>
          <p:nvPr/>
        </p:nvSpPr>
        <p:spPr>
          <a:xfrm>
            <a:off x="841248" y="46542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NUMBER CHECK</a:t>
            </a:r>
            <a:endParaRPr lang="en-US" sz="1100" dirty="0"/>
          </a:p>
        </p:txBody>
      </p:sp>
      <p:pic>
        <p:nvPicPr>
          <p:cNvPr id="13" name="b4-eq-165" descr="v=\begin{bmatrix}1\\1\end{bmatrix}: \frac{ v^T A v}{ v^T v}=\frac{(1,1)\cdot(4,4)}{2}=\frac82=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892040"/>
            <a:ext cx="4144518" cy="571500"/>
          </a:xfrm>
          <a:prstGeom prst="rect">
            <a:avLst/>
          </a:prstGeom>
        </p:spPr>
      </p:pic>
      <p:sp>
        <p:nvSpPr>
          <p:cNvPr id="14" name="b4-t-166"/>
          <p:cNvSpPr txBox="1"/>
          <p:nvPr/>
        </p:nvSpPr>
        <p:spPr>
          <a:xfrm>
            <a:off x="6949440" y="4846320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ratio v†Av / v†v is the Rayleigh quotient.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67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Proof (2): distinct eigenvalues, orthogonal eigenvectors</a:t>
            </a:r>
            <a:endParaRPr lang="en-US" sz="2600" dirty="0"/>
          </a:p>
        </p:txBody>
      </p:sp>
      <p:sp>
        <p:nvSpPr>
          <p:cNvPr id="3" name="t-168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Symmetric matrices</a:t>
            </a:r>
            <a:endParaRPr lang="en-US" sz="1000" dirty="0"/>
          </a:p>
        </p:txBody>
      </p:sp>
      <p:sp>
        <p:nvSpPr>
          <p:cNvPr id="4" name="t-169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-170"/>
          <p:cNvSpPr txBox="1"/>
          <p:nvPr/>
        </p:nvSpPr>
        <p:spPr>
          <a:xfrm>
            <a:off x="612648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Two eigenpairs (λ₁, v₁) and (λ₂, v₂) of a real symmetric A, with λ₁ ≠ λ₂.</a:t>
            </a:r>
            <a:endParaRPr lang="en-US" sz="1600" dirty="0"/>
          </a:p>
        </p:txBody>
      </p:sp>
      <p:pic>
        <p:nvPicPr>
          <p:cNvPr id="6" name="eq-171" descr="A v_1=\lambda_1 v_1 \Rightarrow v_2^{\dagger} A v_1=\lambda_1 v_2^{\dagger} v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28800"/>
            <a:ext cx="4704588" cy="402336"/>
          </a:xfrm>
          <a:prstGeom prst="rect">
            <a:avLst/>
          </a:prstGeom>
        </p:spPr>
      </p:pic>
      <p:sp>
        <p:nvSpPr>
          <p:cNvPr id="7" name="t-172"/>
          <p:cNvSpPr txBox="1"/>
          <p:nvPr/>
        </p:nvSpPr>
        <p:spPr>
          <a:xfrm>
            <a:off x="56692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inner product with v₂</a:t>
            </a:r>
            <a:endParaRPr lang="en-US" sz="1400" dirty="0"/>
          </a:p>
        </p:txBody>
      </p:sp>
      <p:pic>
        <p:nvPicPr>
          <p:cNvPr id="8" name="b1-eq-173" descr="v_2^{\dagger} A v_1=\bigl( { A^{\dagger}} v_2\bigr)^{\dagger} v_1=( A v_2)^{\dagger} v_1= {\lambda_2^{*}} v_2^{\dagger} v_1=\lambda_2 v_2^{\dagger} v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560320"/>
            <a:ext cx="6663690" cy="434340"/>
          </a:xfrm>
          <a:prstGeom prst="rect">
            <a:avLst/>
          </a:prstGeom>
        </p:spPr>
      </p:pic>
      <p:sp>
        <p:nvSpPr>
          <p:cNvPr id="9" name="b1-t-174"/>
          <p:cNvSpPr txBox="1"/>
          <p:nvPr/>
        </p:nvSpPr>
        <p:spPr>
          <a:xfrm>
            <a:off x="7498080" y="2468880"/>
            <a:ext cx="4087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same number computed the other way: move A across, use A† = A, and λ₂ real by (1)</a:t>
            </a:r>
            <a:endParaRPr lang="en-US" sz="1400" dirty="0"/>
          </a:p>
        </p:txBody>
      </p:sp>
      <p:pic>
        <p:nvPicPr>
          <p:cNvPr id="10" name="b2-eq-175" descr="(\lambda_1-\lambda_2) v_2^{\dagger} v_1=0, \lambda_1\neq\lambda_2 \Rightarrow {\boxed{\ v_2^{\dagger} v_1=0\ }} \blacksqua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383280"/>
            <a:ext cx="7196328" cy="486918"/>
          </a:xfrm>
          <a:prstGeom prst="rect">
            <a:avLst/>
          </a:prstGeom>
        </p:spPr>
      </p:pic>
      <p:sp>
        <p:nvSpPr>
          <p:cNvPr id="11" name="b3-box-176"/>
          <p:cNvSpPr/>
          <p:nvPr/>
        </p:nvSpPr>
        <p:spPr>
          <a:xfrm>
            <a:off x="612648" y="4206240"/>
            <a:ext cx="7680960" cy="1188720"/>
          </a:xfrm>
          <a:prstGeom prst="roundRect">
            <a:avLst>
              <a:gd name="adj" fmla="val 6154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3-t-177"/>
          <p:cNvSpPr txBox="1"/>
          <p:nvPr/>
        </p:nvSpPr>
        <p:spPr>
          <a:xfrm>
            <a:off x="841248" y="433425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NUMBER CHECK</a:t>
            </a:r>
            <a:endParaRPr lang="en-US" sz="1100" dirty="0"/>
          </a:p>
        </p:txBody>
      </p:sp>
      <p:pic>
        <p:nvPicPr>
          <p:cNvPr id="13" name="b3-eq-178" descr="v_2^T v_1=\begin{bmatrix}1&amp;-1\end{bmatrix}\begin{bmatrix}1\\1\end{bmatrix}=1-1=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572000"/>
            <a:ext cx="3172968" cy="555498"/>
          </a:xfrm>
          <a:prstGeom prst="rect">
            <a:avLst/>
          </a:prstGeom>
        </p:spPr>
      </p:pic>
      <p:sp>
        <p:nvSpPr>
          <p:cNvPr id="14" name="b3-t-179"/>
          <p:cNvSpPr txBox="1"/>
          <p:nvPr/>
        </p:nvSpPr>
        <p:spPr>
          <a:xfrm>
            <a:off x="4270248" y="4617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v₁ = (1, 1) and v₂ = (1, −1) for Lecture 6's matrix</a:t>
            </a:r>
            <a:endParaRPr lang="en-US" sz="1400" dirty="0"/>
          </a:p>
        </p:txBody>
      </p:sp>
      <p:sp>
        <p:nvSpPr>
          <p:cNvPr id="15" name="t-180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Both proofs use A† = A once. Without it, both collapse.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81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When an eigenvalue repeats</a:t>
            </a:r>
            <a:endParaRPr lang="en-US" sz="2800" dirty="0"/>
          </a:p>
        </p:txBody>
      </p:sp>
      <p:sp>
        <p:nvSpPr>
          <p:cNvPr id="3" name="t-182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Symmetric matrices</a:t>
            </a:r>
            <a:endParaRPr lang="en-US" sz="1000" dirty="0"/>
          </a:p>
        </p:txBody>
      </p:sp>
      <p:sp>
        <p:nvSpPr>
          <p:cNvPr id="4" name="t-183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1000" dirty="0"/>
          </a:p>
        </p:txBody>
      </p:sp>
      <p:pic>
        <p:nvPicPr>
          <p:cNvPr id="5" name="eq-184" descr="S=\begin{bmatrix}2&amp;1&amp;1\\1&amp;2&amp;1\\1&amp;1&amp;2\end{b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1618488" cy="950976"/>
          </a:xfrm>
          <a:prstGeom prst="rect">
            <a:avLst/>
          </a:prstGeom>
        </p:spPr>
      </p:pic>
      <p:pic>
        <p:nvPicPr>
          <p:cNvPr id="6" name="eq-185" descr="\lambda=4: \begin{bmatrix}1\\1\\1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371600"/>
            <a:ext cx="1481328" cy="859536"/>
          </a:xfrm>
          <a:prstGeom prst="rect">
            <a:avLst/>
          </a:prstGeom>
        </p:spPr>
      </p:pic>
      <p:pic>
        <p:nvPicPr>
          <p:cNvPr id="7" name="eq-186" descr="\lambda=1, 1: {every }(x,y,z) { with }x+y+z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691640"/>
            <a:ext cx="4764024" cy="269748"/>
          </a:xfrm>
          <a:prstGeom prst="rect">
            <a:avLst/>
          </a:prstGeom>
        </p:spPr>
      </p:pic>
      <p:sp>
        <p:nvSpPr>
          <p:cNvPr id="8" name="b1-t-187"/>
          <p:cNvSpPr txBox="1"/>
          <p:nvPr/>
        </p:nvSpPr>
        <p:spPr>
          <a:xfrm>
            <a:off x="612648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Proof (2) divided by λ₁ − λ₂, so it says nothing here. Two honest eigenvectors can fail to be orthogonal:</a:t>
            </a:r>
            <a:endParaRPr lang="en-US" sz="1600" dirty="0"/>
          </a:p>
        </p:txBody>
      </p:sp>
      <p:pic>
        <p:nvPicPr>
          <p:cNvPr id="9" name="b1-eq-188" descr="a=\begin{bmatrix}1\\-1\\0\end{bmatrix},\ \ b=\begin{bmatrix}1\\0\\-1\end{bmatrix}: S a= a,\ \ S b= b, a^T b= {1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2926080"/>
            <a:ext cx="6233922" cy="859536"/>
          </a:xfrm>
          <a:prstGeom prst="rect">
            <a:avLst/>
          </a:prstGeom>
        </p:spPr>
      </p:pic>
      <p:sp>
        <p:nvSpPr>
          <p:cNvPr id="10" name="b2-t-189"/>
          <p:cNvSpPr txBox="1"/>
          <p:nvPr/>
        </p:nvSpPr>
        <p:spPr>
          <a:xfrm>
            <a:off x="612648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Any combination of a and b is again an eigenvector for λ = 1, so choose inside the plane:</a:t>
            </a:r>
            <a:endParaRPr lang="en-US" sz="1600" dirty="0"/>
          </a:p>
        </p:txBody>
      </p:sp>
      <p:pic>
        <p:nvPicPr>
          <p:cNvPr id="11" name="b2-eq-190" descr="b-\frac{ a^T b}{ a^T a} a=\begin{bmatrix}1\\0\\-1\end{bmatrix}-\frac12\begin{bmatrix}1\\-1\\0\end{bmatrix}=\frac12\begin{bmatrix}1\\1\\-2\end{bmatrix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343400"/>
            <a:ext cx="4295394" cy="859536"/>
          </a:xfrm>
          <a:prstGeom prst="rect">
            <a:avLst/>
          </a:prstGeom>
        </p:spPr>
      </p:pic>
      <p:pic>
        <p:nvPicPr>
          <p:cNvPr id="12" name="b3-eq-191" descr="\begin{bmatrix}1\\1\\1\end{bmatrix},\ \ \begin{bmatrix}1\\-1\\0\end{bmatrix},\ \ \begin{bmatrix}1\\1\\-2\end{bmatrix}: {all dot products }=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343400"/>
            <a:ext cx="5022342" cy="859536"/>
          </a:xfrm>
          <a:prstGeom prst="rect">
            <a:avLst/>
          </a:prstGeom>
        </p:spPr>
      </p:pic>
      <p:sp>
        <p:nvSpPr>
          <p:cNvPr id="13" name="t-192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For a symmetric matrix, a repeated eigenvalue comes with a whole plane of eigenvectors; we choose an orthogonal basis inside it.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193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Symmetry is the hypothesis, not a bonus</a:t>
            </a:r>
            <a:endParaRPr lang="en-US" sz="2800" dirty="0"/>
          </a:p>
        </p:txBody>
      </p:sp>
      <p:sp>
        <p:nvSpPr>
          <p:cNvPr id="3" name="t-194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Symmetric matrices</a:t>
            </a:r>
            <a:endParaRPr lang="en-US" sz="1000" dirty="0"/>
          </a:p>
        </p:txBody>
      </p:sp>
      <p:sp>
        <p:nvSpPr>
          <p:cNvPr id="4" name="t-195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b1-box-196"/>
          <p:cNvSpPr/>
          <p:nvPr/>
        </p:nvSpPr>
        <p:spPr>
          <a:xfrm>
            <a:off x="612648" y="137160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F8ECEE"/>
          </a:solidFill>
          <a:ln w="6350">
            <a:solidFill>
              <a:srgbClr val="F8E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1-t-197"/>
          <p:cNvSpPr txBox="1"/>
          <p:nvPr/>
        </p:nvSpPr>
        <p:spPr>
          <a:xfrm>
            <a:off x="841248" y="149961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ROTATION</a:t>
            </a:r>
            <a:endParaRPr lang="en-US" sz="1100" dirty="0"/>
          </a:p>
        </p:txBody>
      </p:sp>
      <p:pic>
        <p:nvPicPr>
          <p:cNvPr id="7" name="b1-eq-198" descr="R=\begin{bmatrix}0&amp;-1\\1&amp;0\end{b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83080"/>
            <a:ext cx="1469898" cy="646938"/>
          </a:xfrm>
          <a:prstGeom prst="rect">
            <a:avLst/>
          </a:prstGeom>
        </p:spPr>
      </p:pic>
      <p:pic>
        <p:nvPicPr>
          <p:cNvPr id="8" name="b1-eq-199" descr="\det( R-\lambda I)=\lambda^2+1\ \ \Rightarrow\ \ \lambda=\pm 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651760"/>
            <a:ext cx="3534156" cy="324612"/>
          </a:xfrm>
          <a:prstGeom prst="rect">
            <a:avLst/>
          </a:prstGeom>
        </p:spPr>
      </p:pic>
      <p:sp>
        <p:nvSpPr>
          <p:cNvPr id="9" name="b1-t-200"/>
          <p:cNvSpPr txBox="1"/>
          <p:nvPr/>
        </p:nvSpPr>
        <p:spPr>
          <a:xfrm>
            <a:off x="886968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Every real vector is turned by 90°, so none keeps its direction: complex eigenvalues, no real eigenvector.</a:t>
            </a:r>
            <a:endParaRPr lang="en-US" sz="1500" dirty="0"/>
          </a:p>
        </p:txBody>
      </p:sp>
      <p:sp>
        <p:nvSpPr>
          <p:cNvPr id="10" name="b2-box-201"/>
          <p:cNvSpPr/>
          <p:nvPr/>
        </p:nvSpPr>
        <p:spPr>
          <a:xfrm>
            <a:off x="6281928" y="137160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F8ECEE"/>
          </a:solidFill>
          <a:ln w="6350">
            <a:solidFill>
              <a:srgbClr val="F8E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2-t-202"/>
          <p:cNvSpPr txBox="1"/>
          <p:nvPr/>
        </p:nvSpPr>
        <p:spPr>
          <a:xfrm>
            <a:off x="6510528" y="149961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NOT SYMMETRIC</a:t>
            </a:r>
            <a:endParaRPr lang="en-US" sz="1100" dirty="0"/>
          </a:p>
        </p:txBody>
      </p:sp>
      <p:pic>
        <p:nvPicPr>
          <p:cNvPr id="12" name="b2-eq-203" descr="G=\begin{bmatrix}2&amp;1\\0&amp;3\end{bmatrix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783080"/>
            <a:ext cx="1284732" cy="646938"/>
          </a:xfrm>
          <a:prstGeom prst="rect">
            <a:avLst/>
          </a:prstGeom>
        </p:spPr>
      </p:pic>
      <p:pic>
        <p:nvPicPr>
          <p:cNvPr id="13" name="b2-eq-204" descr="\lambda=2:\begin{bmatrix}1\\0\end{bmatrix}, \lambda=3:\begin{bmatrix}1\\1\end{bmatrix}, v_1^T v_2= {1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651760"/>
            <a:ext cx="3968496" cy="585216"/>
          </a:xfrm>
          <a:prstGeom prst="rect">
            <a:avLst/>
          </a:prstGeom>
        </p:spPr>
      </p:pic>
      <p:sp>
        <p:nvSpPr>
          <p:cNvPr id="14" name="b2-t-205"/>
          <p:cNvSpPr txBox="1"/>
          <p:nvPr/>
        </p:nvSpPr>
        <p:spPr>
          <a:xfrm>
            <a:off x="6556248" y="3383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eigenvalues, but the eigenvectors meet at 45°, not 90°. Even with unit columns VᵀV ≠ I: no scaling makes V⁻¹ = Vᵀ.</a:t>
            </a:r>
            <a:endParaRPr lang="en-US" sz="1500" dirty="0"/>
          </a:p>
        </p:txBody>
      </p:sp>
      <p:sp>
        <p:nvSpPr>
          <p:cNvPr id="15" name="b3-box-206"/>
          <p:cNvSpPr/>
          <p:nvPr/>
        </p:nvSpPr>
        <p:spPr>
          <a:xfrm>
            <a:off x="612648" y="47091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AF0F5"/>
          </a:solidFill>
          <a:ln w="6350">
            <a:solidFill>
              <a:srgbClr val="EA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3-t-207"/>
          <p:cNvSpPr txBox="1"/>
          <p:nvPr/>
        </p:nvSpPr>
        <p:spPr>
          <a:xfrm>
            <a:off x="886968" y="47091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 not carry the conclusions of this section over to a non-symmetric matrix.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208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spectral theorem</a:t>
            </a:r>
            <a:endParaRPr lang="en-US" sz="2800" dirty="0"/>
          </a:p>
        </p:txBody>
      </p:sp>
      <p:sp>
        <p:nvSpPr>
          <p:cNvPr id="3" name="t-209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Symmetric matrices</a:t>
            </a:r>
            <a:endParaRPr lang="en-US" sz="1000" dirty="0"/>
          </a:p>
        </p:txBody>
      </p:sp>
      <p:sp>
        <p:nvSpPr>
          <p:cNvPr id="4" name="t-210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-211"/>
          <p:cNvSpPr txBox="1"/>
          <p:nvPr/>
        </p:nvSpPr>
        <p:spPr>
          <a:xfrm>
            <a:off x="612648" y="1325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 (1) and (2) together. λ is real, so the eigenvectors can be taken real; scale each to length 1 (Lecture 6). The columns of V are orthonormal:</a:t>
            </a:r>
            <a:endParaRPr lang="en-US" sz="1600" dirty="0"/>
          </a:p>
        </p:txBody>
      </p:sp>
      <p:pic>
        <p:nvPicPr>
          <p:cNvPr id="6" name="eq-212" descr="v_i^T v_j=\begin{cases}1 &amp; i=j\\ 0 &amp; i\neq j\end{cases} \Longleftrightarrow V^T V= I \Longleftrightarrow { V^{-1}= V^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29968"/>
            <a:ext cx="6816852" cy="706374"/>
          </a:xfrm>
          <a:prstGeom prst="rect">
            <a:avLst/>
          </a:prstGeom>
        </p:spPr>
      </p:pic>
      <p:sp>
        <p:nvSpPr>
          <p:cNvPr id="7" name="b1-box-213"/>
          <p:cNvSpPr/>
          <p:nvPr/>
        </p:nvSpPr>
        <p:spPr>
          <a:xfrm>
            <a:off x="612648" y="288036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EAF0F5"/>
          </a:solidFill>
          <a:ln w="6350">
            <a:solidFill>
              <a:srgbClr val="EA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1-t-214"/>
          <p:cNvSpPr txBox="1"/>
          <p:nvPr/>
        </p:nvSpPr>
        <p:spPr>
          <a:xfrm>
            <a:off x="841248" y="300837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KEY IDEA · SPECTRAL THEOREM</a:t>
            </a:r>
            <a:endParaRPr lang="en-US" sz="1100" dirty="0"/>
          </a:p>
        </p:txBody>
      </p:sp>
      <p:pic>
        <p:nvPicPr>
          <p:cNvPr id="9" name="b1-eq-215" descr="A= VΛ V^T, Λ\ {real diagonal}, V^T V= 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246120"/>
            <a:ext cx="6862572" cy="418338"/>
          </a:xfrm>
          <a:prstGeom prst="rect">
            <a:avLst/>
          </a:prstGeom>
        </p:spPr>
      </p:pic>
      <p:sp>
        <p:nvSpPr>
          <p:cNvPr id="10" name="b1-t-216"/>
          <p:cNvSpPr txBox="1"/>
          <p:nvPr/>
        </p:nvSpPr>
        <p:spPr>
          <a:xfrm>
            <a:off x="886968" y="3749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 eigenvalues, perpendicular eigenvectors, and the change of basis undone by a transpose: no elimination needed.</a:t>
            </a:r>
            <a:endParaRPr lang="en-US" sz="1500" dirty="0"/>
          </a:p>
        </p:txBody>
      </p:sp>
      <p:pic>
        <p:nvPicPr>
          <p:cNvPr id="11" name="b2-eq-217" descr="V=\frac{1}{\sqrt2}\begin{bmatrix}1&amp;1\\1&amp;-1\end{bmatrix}: V^T V=\frac12\begin{bmatrix}1&amp;1\\1&amp;-1\end{bmatrix}\begin{bmatrix}1&amp;1\\1&amp;-1\end{bmatrix}=\frac12\begin{bmatrix}2&amp;0\\0&amp;2\end{bmatrix}= 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572000"/>
            <a:ext cx="7253478" cy="646938"/>
          </a:xfrm>
          <a:prstGeom prst="rect">
            <a:avLst/>
          </a:prstGeom>
        </p:spPr>
      </p:pic>
      <p:sp>
        <p:nvSpPr>
          <p:cNvPr id="12" name="b2-t-218"/>
          <p:cNvSpPr txBox="1"/>
          <p:nvPr/>
        </p:nvSpPr>
        <p:spPr>
          <a:xfrm>
            <a:off x="8092440" y="4709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 A = VΛVᵀ with Λ = diag(4, 2)</a:t>
            </a:r>
            <a:endParaRPr lang="en-US" sz="1500" dirty="0"/>
          </a:p>
        </p:txBody>
      </p:sp>
      <p:sp>
        <p:nvSpPr>
          <p:cNvPr id="13" name="b2-t-219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single most useful factorisation in the course.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220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same theorem as a sum</a:t>
            </a:r>
            <a:endParaRPr lang="en-US" sz="2800" dirty="0"/>
          </a:p>
        </p:txBody>
      </p:sp>
      <p:sp>
        <p:nvSpPr>
          <p:cNvPr id="3" name="t-221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Symmetric matrices</a:t>
            </a:r>
            <a:endParaRPr lang="en-US" sz="1000" dirty="0"/>
          </a:p>
        </p:txBody>
      </p:sp>
      <p:sp>
        <p:nvSpPr>
          <p:cNvPr id="4" name="t-222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-223"/>
          <p:cNvSpPr txBox="1"/>
          <p:nvPr/>
        </p:nvSpPr>
        <p:spPr>
          <a:xfrm>
            <a:off x="612648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Multiply VΛVᵀ as columns times rows (Lecture 1):</a:t>
            </a:r>
            <a:endParaRPr lang="en-US" sz="1600" dirty="0"/>
          </a:p>
        </p:txBody>
      </p:sp>
      <p:pic>
        <p:nvPicPr>
          <p:cNvPr id="6" name="eq-224" descr="A= VΛ V^T=\begin{bmatrix} v_1&amp;\cdots&amp; v_n\end{bmatrix}\begin{bmatrix}\lambda_1 v_1^T\\ \vdots\\ \lambda_n v_n^T\end{bmatrix}= {\lambda_1 v_1 v_1^T+\cdots+\lambda_n v_n v_n^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37360"/>
            <a:ext cx="7475220" cy="1040130"/>
          </a:xfrm>
          <a:prstGeom prst="rect">
            <a:avLst/>
          </a:prstGeom>
        </p:spPr>
      </p:pic>
      <p:pic>
        <p:nvPicPr>
          <p:cNvPr id="7" name="b1-eq-225" descr="\begin{bmatrix}3&amp;1\\1&amp;3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017520"/>
            <a:ext cx="8010144" cy="706374"/>
          </a:xfrm>
          <a:prstGeom prst="rect">
            <a:avLst/>
          </a:prstGeom>
        </p:spPr>
      </p:pic>
      <p:pic>
        <p:nvPicPr>
          <p:cNvPr id="8" name="b1-eq-226" descr="= 4\cdot\frac12\begin{bmatrix}1&amp;1\\1&amp;1\end{bmatrix}+2\cdot\frac12\begin{bmatrix}1&amp;-1\\-1&amp;1\end{bmatrix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017520"/>
            <a:ext cx="8010144" cy="706374"/>
          </a:xfrm>
          <a:prstGeom prst="rect">
            <a:avLst/>
          </a:prstGeom>
        </p:spPr>
      </p:pic>
      <p:pic>
        <p:nvPicPr>
          <p:cNvPr id="9" name="b2-eq-227" descr="= \begin{bmatrix}2&amp;2\\2&amp;2\end{bmatrix}+\begin{bmatrix}1&amp;-1\\-1&amp;1\end{bmatrix}\ \ {\checkmark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017520"/>
            <a:ext cx="8010144" cy="706374"/>
          </a:xfrm>
          <a:prstGeom prst="rect">
            <a:avLst/>
          </a:prstGeom>
        </p:spPr>
      </p:pic>
      <p:pic>
        <p:nvPicPr>
          <p:cNvPr id="10" name="b3-eq-228" descr="P_i= v_i v_i^T: P_i^2= P_i, P_i P_j= 0\ (i\neq j), P_1+\cdots+ P_n= 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069080"/>
            <a:ext cx="7477506" cy="370332"/>
          </a:xfrm>
          <a:prstGeom prst="rect">
            <a:avLst/>
          </a:prstGeom>
        </p:spPr>
      </p:pic>
      <p:sp>
        <p:nvSpPr>
          <p:cNvPr id="11" name="b3-t-229"/>
          <p:cNvSpPr txBox="1"/>
          <p:nvPr/>
        </p:nvSpPr>
        <p:spPr>
          <a:xfrm>
            <a:off x="612648" y="4617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Each vᵢvᵢᵀ projects onto one eigendirection: A is a sum of eigenvalue × projection.</a:t>
            </a:r>
            <a:endParaRPr lang="en-US" sz="1500" dirty="0"/>
          </a:p>
        </p:txBody>
      </p:sp>
      <p:sp>
        <p:nvSpPr>
          <p:cNvPr id="12" name="b4-box-230"/>
          <p:cNvSpPr/>
          <p:nvPr/>
        </p:nvSpPr>
        <p:spPr>
          <a:xfrm>
            <a:off x="8915400" y="3017520"/>
            <a:ext cx="2670048" cy="2240280"/>
          </a:xfrm>
          <a:prstGeom prst="roundRect">
            <a:avLst>
              <a:gd name="adj" fmla="val 3265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4-t-231"/>
          <p:cNvSpPr txBox="1"/>
          <p:nvPr/>
        </p:nvSpPr>
        <p:spPr>
          <a:xfrm>
            <a:off x="9144000" y="3145536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QUANTUM NOTATION</a:t>
            </a:r>
            <a:endParaRPr lang="en-US" sz="1100" dirty="0"/>
          </a:p>
        </p:txBody>
      </p:sp>
      <p:sp>
        <p:nvSpPr>
          <p:cNvPr id="14" name="b4-t-232"/>
          <p:cNvSpPr txBox="1"/>
          <p:nvPr/>
        </p:nvSpPr>
        <p:spPr>
          <a:xfrm>
            <a:off x="914400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 = Σ Eₖ |ψₖ⟩⟨ψₖ|</a:t>
            </a:r>
            <a:endParaRPr lang="en-US" sz="1800" dirty="0"/>
          </a:p>
        </p:txBody>
      </p:sp>
      <p:sp>
        <p:nvSpPr>
          <p:cNvPr id="15" name="b4-t-233"/>
          <p:cNvSpPr txBox="1"/>
          <p:nvPr/>
        </p:nvSpPr>
        <p:spPr>
          <a:xfrm>
            <a:off x="9144000" y="3977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same statement, written with bras and kets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234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Where the matrix exponential comes from</a:t>
            </a:r>
            <a:endParaRPr lang="en-US" sz="2800" dirty="0"/>
          </a:p>
        </p:txBody>
      </p:sp>
      <p:sp>
        <p:nvSpPr>
          <p:cNvPr id="3" name="t-235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Matrix exponential</a:t>
            </a:r>
            <a:endParaRPr lang="en-US" sz="1000" dirty="0"/>
          </a:p>
        </p:txBody>
      </p:sp>
      <p:sp>
        <p:nvSpPr>
          <p:cNvPr id="4" name="t-236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</a:t>
            </a:r>
            <a:endParaRPr lang="en-US" sz="1000" dirty="0"/>
          </a:p>
        </p:txBody>
      </p:sp>
      <p:pic>
        <p:nvPicPr>
          <p:cNvPr id="5" name="eq-237" descr="\frac{dx}{dt}=a x \Rightarrow x(t)=C e^{a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4133088" cy="633222"/>
          </a:xfrm>
          <a:prstGeom prst="rect">
            <a:avLst/>
          </a:prstGeom>
        </p:spPr>
      </p:pic>
      <p:sp>
        <p:nvSpPr>
          <p:cNvPr id="6" name="t-238"/>
          <p:cNvSpPr txBox="1"/>
          <p:nvPr/>
        </p:nvSpPr>
        <p:spPr>
          <a:xfrm>
            <a:off x="512064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equation: growth or decay at rate a</a:t>
            </a:r>
            <a:endParaRPr lang="en-US" sz="1500" dirty="0"/>
          </a:p>
        </p:txBody>
      </p:sp>
      <p:pic>
        <p:nvPicPr>
          <p:cNvPr id="7" name="b1-eq-239" descr="\frac{d x}{dt}= A x \Rightarrow {\boxed{\ x(t)=e^{ At} C\ }}, C= x(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194560"/>
            <a:ext cx="6238494" cy="633222"/>
          </a:xfrm>
          <a:prstGeom prst="rect">
            <a:avLst/>
          </a:prstGeom>
        </p:spPr>
      </p:pic>
      <p:sp>
        <p:nvSpPr>
          <p:cNvPr id="8" name="b1-t-240"/>
          <p:cNvSpPr txBox="1"/>
          <p:nvPr/>
        </p:nvSpPr>
        <p:spPr>
          <a:xfrm>
            <a:off x="704088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 coupled equations; C is now a vector</a:t>
            </a:r>
            <a:endParaRPr lang="en-US" sz="1500" dirty="0"/>
          </a:p>
        </p:txBody>
      </p:sp>
      <p:pic>
        <p:nvPicPr>
          <p:cNvPr id="9" name="b2-eq-241" descr="e^{ At}= I+ At+\tfrac12( At)^2+\tfrac16( At)^3+\cdots=\sum_{\ell=0}^{\infty}\frac{( At)^{\ell}}{\ell!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063240"/>
            <a:ext cx="5902452" cy="873252"/>
          </a:xfrm>
          <a:prstGeom prst="rect">
            <a:avLst/>
          </a:prstGeom>
        </p:spPr>
      </p:pic>
      <p:sp>
        <p:nvSpPr>
          <p:cNvPr id="10" name="b2-t-242"/>
          <p:cNvSpPr txBox="1"/>
          <p:nvPr/>
        </p:nvSpPr>
        <p:spPr>
          <a:xfrm>
            <a:off x="676656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defined by the Taylor series of eˣ</a:t>
            </a:r>
            <a:endParaRPr lang="en-US" sz="1500" dirty="0"/>
          </a:p>
        </p:txBody>
      </p:sp>
      <p:pic>
        <p:nvPicPr>
          <p:cNvPr id="11" name="b3-eq-243" descr="\frac{d}{dt} e^{ At}= A+ A^2t+\tfrac12 A^3t^2+\cdots= A e^{ At}\ \ {\checkmark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114800"/>
            <a:ext cx="4828032" cy="580644"/>
          </a:xfrm>
          <a:prstGeom prst="rect">
            <a:avLst/>
          </a:prstGeom>
        </p:spPr>
      </p:pic>
      <p:sp>
        <p:nvSpPr>
          <p:cNvPr id="12" name="b3-t-244"/>
          <p:cNvSpPr txBox="1"/>
          <p:nvPr/>
        </p:nvSpPr>
        <p:spPr>
          <a:xfrm>
            <a:off x="5669280" y="42245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term by term: it does solve the ODE</a:t>
            </a:r>
            <a:endParaRPr lang="en-US" sz="1500" dirty="0"/>
          </a:p>
        </p:txBody>
      </p:sp>
      <p:sp>
        <p:nvSpPr>
          <p:cNvPr id="13" name="b4-box-245"/>
          <p:cNvSpPr/>
          <p:nvPr/>
        </p:nvSpPr>
        <p:spPr>
          <a:xfrm>
            <a:off x="612648" y="48920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4-t-246"/>
          <p:cNvSpPr txBox="1"/>
          <p:nvPr/>
        </p:nvSpPr>
        <p:spPr>
          <a:xfrm>
            <a:off x="886968" y="48920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Well defined, but it asks for every power of A. The eigendecomposition makes all of them cheap.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247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Powers are free in the eigenbasis</a:t>
            </a:r>
            <a:endParaRPr lang="en-US" sz="2800" dirty="0"/>
          </a:p>
        </p:txBody>
      </p:sp>
      <p:sp>
        <p:nvSpPr>
          <p:cNvPr id="3" name="t-248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Matrix exponential</a:t>
            </a:r>
            <a:endParaRPr lang="en-US" sz="1000" dirty="0"/>
          </a:p>
        </p:txBody>
      </p:sp>
      <p:sp>
        <p:nvSpPr>
          <p:cNvPr id="4" name="t-249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</a:t>
            </a:r>
            <a:endParaRPr lang="en-US" sz="1000" dirty="0"/>
          </a:p>
        </p:txBody>
      </p:sp>
      <p:pic>
        <p:nvPicPr>
          <p:cNvPr id="5" name="eq-250" descr="A^2= VΛ \underbrace{ V^{-1} V}_{\textstyle I} Λ V^{-1}= VΛ^2 V^{-1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4194810" cy="765810"/>
          </a:xfrm>
          <a:prstGeom prst="rect">
            <a:avLst/>
          </a:prstGeom>
        </p:spPr>
      </p:pic>
      <p:sp>
        <p:nvSpPr>
          <p:cNvPr id="6" name="t-251"/>
          <p:cNvSpPr txBox="1"/>
          <p:nvPr/>
        </p:nvSpPr>
        <p:spPr>
          <a:xfrm>
            <a:off x="51206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interior V⁻¹V cancels</a:t>
            </a:r>
            <a:endParaRPr lang="en-US" sz="1500" dirty="0"/>
          </a:p>
        </p:txBody>
      </p:sp>
      <p:pic>
        <p:nvPicPr>
          <p:cNvPr id="7" name="b1-eq-252" descr="A^{\ell}= VΛ^{\ell} V^{-1}, Λ^{\ell}=\begin{bmatrix}\lambda_1^{\ell}&amp;&amp;\\&amp;\ddots&amp;\\&amp;&amp;\lambda_n^{\ell}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286000"/>
            <a:ext cx="4613148" cy="1081278"/>
          </a:xfrm>
          <a:prstGeom prst="rect">
            <a:avLst/>
          </a:prstGeom>
        </p:spPr>
      </p:pic>
      <p:sp>
        <p:nvSpPr>
          <p:cNvPr id="8" name="b1-t-253"/>
          <p:cNvSpPr txBox="1"/>
          <p:nvPr/>
        </p:nvSpPr>
        <p:spPr>
          <a:xfrm>
            <a:off x="5577840" y="2560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factors telescope, and a power of a diagonal matrix is the diagonal of powers</a:t>
            </a:r>
            <a:endParaRPr lang="en-US" sz="1500" dirty="0"/>
          </a:p>
        </p:txBody>
      </p:sp>
      <p:pic>
        <p:nvPicPr>
          <p:cNvPr id="9" name="b2-eq-254" descr="\begin{bmatrix}3&amp;1\\1&amp;3\end{bmatrix}^{1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611880"/>
            <a:ext cx="8924544" cy="761238"/>
          </a:xfrm>
          <a:prstGeom prst="rect">
            <a:avLst/>
          </a:prstGeom>
        </p:spPr>
      </p:pic>
      <p:pic>
        <p:nvPicPr>
          <p:cNvPr id="10" name="b2-eq-255" descr="= V\begin{bmatrix}4^{10}&amp;0\\0&amp;2^{10}\end{bmatrix} V^{-1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611880"/>
            <a:ext cx="8924544" cy="761238"/>
          </a:xfrm>
          <a:prstGeom prst="rect">
            <a:avLst/>
          </a:prstGeom>
        </p:spPr>
      </p:pic>
      <p:pic>
        <p:nvPicPr>
          <p:cNvPr id="11" name="b3-eq-256" descr="= \frac12\begin{bmatrix}4^{10}+2^{10}&amp;4^{10}-2^{10}\\4^{10}-2^{10}&amp;4^{10}+2^{10}\end{bmatrix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611880"/>
            <a:ext cx="8924544" cy="761238"/>
          </a:xfrm>
          <a:prstGeom prst="rect">
            <a:avLst/>
          </a:prstGeom>
        </p:spPr>
      </p:pic>
      <p:pic>
        <p:nvPicPr>
          <p:cNvPr id="12" name="b4-eq-257" descr="= \begin{bmatrix}524 800&amp;523 776\\523 776&amp;524 800\end{bmatrix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3611880"/>
            <a:ext cx="8924544" cy="761238"/>
          </a:xfrm>
          <a:prstGeom prst="rect">
            <a:avLst/>
          </a:prstGeom>
        </p:spPr>
      </p:pic>
      <p:sp>
        <p:nvSpPr>
          <p:cNvPr id="13" name="b4-t-258"/>
          <p:cNvSpPr txBox="1"/>
          <p:nvPr/>
        </p:nvSpPr>
        <p:spPr>
          <a:xfrm>
            <a:off x="612648" y="4434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4¹⁰ = 1 048 576 and 2¹⁰ = 1 024: two scalar powers instead of nine 2 × 2 products.</a:t>
            </a:r>
            <a:endParaRPr lang="en-US" sz="1400" dirty="0"/>
          </a:p>
        </p:txBody>
      </p:sp>
      <p:sp>
        <p:nvSpPr>
          <p:cNvPr id="14" name="b5-box-259"/>
          <p:cNvSpPr/>
          <p:nvPr/>
        </p:nvSpPr>
        <p:spPr>
          <a:xfrm>
            <a:off x="612648" y="48920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EAF0F5"/>
          </a:solidFill>
          <a:ln w="6350">
            <a:solidFill>
              <a:srgbClr val="EA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5-t-260"/>
          <p:cNvSpPr txBox="1"/>
          <p:nvPr/>
        </p:nvSpPr>
        <p:spPr>
          <a:xfrm>
            <a:off x="886968" y="48920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 raise a matrix to a power, raise its eigenvalues to that power and leave the eigenvectors alone.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261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Assembling the exponential</a:t>
            </a:r>
            <a:endParaRPr lang="en-US" sz="2800" dirty="0"/>
          </a:p>
        </p:txBody>
      </p:sp>
      <p:sp>
        <p:nvSpPr>
          <p:cNvPr id="3" name="t-262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Matrix exponential</a:t>
            </a:r>
            <a:endParaRPr lang="en-US" sz="1000" dirty="0"/>
          </a:p>
        </p:txBody>
      </p:sp>
      <p:sp>
        <p:nvSpPr>
          <p:cNvPr id="4" name="t-263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</a:t>
            </a:r>
            <a:endParaRPr lang="en-US" sz="1000" dirty="0"/>
          </a:p>
        </p:txBody>
      </p:sp>
      <p:pic>
        <p:nvPicPr>
          <p:cNvPr id="5" name="eq-264" descr="e^{ At}=\sum_{\ell=0}^{\infty}\frac{t^{\ell}}{\ell!} A^{\ell}=\sum_{\ell=0}^{\infty}\frac{t^{\ell}}{\ell!} VΛ^{\ell} V^{-1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80160"/>
            <a:ext cx="3739896" cy="834390"/>
          </a:xfrm>
          <a:prstGeom prst="rect">
            <a:avLst/>
          </a:prstGeom>
        </p:spPr>
      </p:pic>
      <p:pic>
        <p:nvPicPr>
          <p:cNvPr id="6" name="b1-eq-265" descr="}= V\left(\sum_{\ell=0}^{\infty}\frac{t^{\ell}}{\ell!}\begin{bmatrix}\lambda_1^{\ell}&amp;&amp;\\&amp;\ddots&amp;\\&amp;&amp;\lambda_n^{\ell}\end{bmatrix}\right) V^{-1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148840"/>
            <a:ext cx="4226814" cy="1035558"/>
          </a:xfrm>
          <a:prstGeom prst="rect">
            <a:avLst/>
          </a:prstGeom>
        </p:spPr>
      </p:pic>
      <p:sp>
        <p:nvSpPr>
          <p:cNvPr id="7" name="b1-t-266"/>
          <p:cNvSpPr txBox="1"/>
          <p:nvPr/>
        </p:nvSpPr>
        <p:spPr>
          <a:xfrm>
            <a:off x="6035040" y="2423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 and V⁻¹ do not depend on ℓ: pull them out of the sum</a:t>
            </a:r>
            <a:endParaRPr lang="en-US" sz="1500" dirty="0"/>
          </a:p>
        </p:txBody>
      </p:sp>
      <p:pic>
        <p:nvPicPr>
          <p:cNvPr id="8" name="b2-eq-267" descr="}= V\begin{bmatrix}e^{\lambda_1t}&amp;&amp;\\&amp;\ddots&amp;\\&amp;&amp;e^{\lambda_nt}\end{bmatrix} V^{-1}= V e^{Λ t} V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246120"/>
            <a:ext cx="4882896" cy="996696"/>
          </a:xfrm>
          <a:prstGeom prst="rect">
            <a:avLst/>
          </a:prstGeom>
        </p:spPr>
      </p:pic>
      <p:sp>
        <p:nvSpPr>
          <p:cNvPr id="9" name="b2-t-268"/>
          <p:cNvSpPr txBox="1"/>
          <p:nvPr/>
        </p:nvSpPr>
        <p:spPr>
          <a:xfrm>
            <a:off x="603504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each diagonal entry is a scalar series:</a:t>
            </a:r>
            <a:endParaRPr lang="en-US" sz="1500" dirty="0"/>
          </a:p>
        </p:txBody>
      </p:sp>
      <p:pic>
        <p:nvPicPr>
          <p:cNvPr id="10" name="b2-eq-269" descr="\sum_{\ell}\frac{(\lambda_it)^{\ell}}{\ell!}=e^{\lambda_i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657600"/>
            <a:ext cx="1513332" cy="646938"/>
          </a:xfrm>
          <a:prstGeom prst="rect">
            <a:avLst/>
          </a:prstGeom>
        </p:spPr>
      </p:pic>
      <p:sp>
        <p:nvSpPr>
          <p:cNvPr id="11" name="b3-box-270"/>
          <p:cNvSpPr/>
          <p:nvPr/>
        </p:nvSpPr>
        <p:spPr>
          <a:xfrm>
            <a:off x="612648" y="44348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AF0F5"/>
          </a:solidFill>
          <a:ln w="6350">
            <a:solidFill>
              <a:srgbClr val="EA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3-t-271"/>
          <p:cNvSpPr txBox="1"/>
          <p:nvPr/>
        </p:nvSpPr>
        <p:spPr>
          <a:xfrm>
            <a:off x="841248" y="456285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SYMMETRIC A</a:t>
            </a:r>
            <a:endParaRPr lang="en-US" sz="1100" dirty="0"/>
          </a:p>
        </p:txBody>
      </p:sp>
      <p:pic>
        <p:nvPicPr>
          <p:cNvPr id="13" name="b3-eq-272" descr="A= A^T: {\boxed{\ e^{ At}= V e^{Λ t} V^T\ 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846320"/>
            <a:ext cx="4165092" cy="416052"/>
          </a:xfrm>
          <a:prstGeom prst="rect">
            <a:avLst/>
          </a:prstGeom>
        </p:spPr>
      </p:pic>
      <p:sp>
        <p:nvSpPr>
          <p:cNvPr id="14" name="b4-t-273"/>
          <p:cNvSpPr txBox="1"/>
          <p:nvPr/>
        </p:nvSpPr>
        <p:spPr>
          <a:xfrm>
            <a:off x="640080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Lecture 6's matrix:</a:t>
            </a:r>
            <a:endParaRPr lang="en-US" sz="1400" dirty="0"/>
          </a:p>
        </p:txBody>
      </p:sp>
      <p:pic>
        <p:nvPicPr>
          <p:cNvPr id="15" name="b4-eq-274" descr="\begin{bmatrix}3&amp;1\\1&amp;3\end{bmatrix}: e^{ At}=\frac12\begin{bmatrix}e^{4t}+e^{2t}&amp;e^{4t}-e^{2t}\\e^{4t}-e^{2t}&amp;e^{4t}+e^{2t}\end{bmatrix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800600"/>
            <a:ext cx="4107942" cy="594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275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Worked example: two blocks cooling</a:t>
            </a:r>
            <a:endParaRPr lang="en-US" sz="2800" dirty="0"/>
          </a:p>
        </p:txBody>
      </p:sp>
      <p:sp>
        <p:nvSpPr>
          <p:cNvPr id="3" name="t-276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Matrix exponential</a:t>
            </a:r>
            <a:endParaRPr lang="en-US" sz="1000" dirty="0"/>
          </a:p>
        </p:txBody>
      </p:sp>
      <p:sp>
        <p:nvSpPr>
          <p:cNvPr id="4" name="t-277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g-278" descr="Two blocks linked to each other and to the outs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34440"/>
            <a:ext cx="4041648" cy="1049274"/>
          </a:xfrm>
          <a:prstGeom prst="rect">
            <a:avLst/>
          </a:prstGeom>
        </p:spPr>
      </p:pic>
      <p:pic>
        <p:nvPicPr>
          <p:cNvPr id="6" name="eq-279" descr="\frac{d T}{dt}=- K T=\begin{bmatrix}-2&amp;1\\1&amp;-2\end{bmatrix} T, T(0)=\begin{bmatrix}1\\0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423160"/>
            <a:ext cx="4558284" cy="614934"/>
          </a:xfrm>
          <a:prstGeom prst="rect">
            <a:avLst/>
          </a:prstGeom>
        </p:spPr>
      </p:pic>
      <p:pic>
        <p:nvPicPr>
          <p:cNvPr id="7" name="b1-eq-280" descr="\lambda_1=-1:\ \ v_1=\tfrac{1}{\sqrt2}\begin{bmatrix}1\\1\end{bmatrix}\ \ {average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154680"/>
            <a:ext cx="3387852" cy="555498"/>
          </a:xfrm>
          <a:prstGeom prst="rect">
            <a:avLst/>
          </a:prstGeom>
        </p:spPr>
      </p:pic>
      <p:pic>
        <p:nvPicPr>
          <p:cNvPr id="8" name="b1-eq-281" descr="\lambda_2=-3:\ \ v_2=\tfrac{1}{\sqrt2}\begin{bmatrix}1\\-1\end{bmatrix}\ \ {difference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703320"/>
            <a:ext cx="3755898" cy="555498"/>
          </a:xfrm>
          <a:prstGeom prst="rect">
            <a:avLst/>
          </a:prstGeom>
        </p:spPr>
      </p:pic>
      <p:pic>
        <p:nvPicPr>
          <p:cNvPr id="9" name="b2-eq-282" descr="T(t)=\tfrac12 {e^{-t}}\begin{bmatrix}1\\1\end{bmatrix}+\tfrac12 {e^{-3t}}\begin{bmatrix}1\\-1\end{bmatrix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389120"/>
            <a:ext cx="3298698" cy="614934"/>
          </a:xfrm>
          <a:prstGeom prst="rect">
            <a:avLst/>
          </a:prstGeom>
        </p:spPr>
      </p:pic>
      <p:pic>
        <p:nvPicPr>
          <p:cNvPr id="10" name="b4-eq-283" descr="T_2\ {peaks at}\ t=\tfrac12\ln3\approx0.55, T_2=\tfrac{1}{3\sqrt3}\approx0.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5166360"/>
            <a:ext cx="4608576" cy="329184"/>
          </a:xfrm>
          <a:prstGeom prst="rect">
            <a:avLst/>
          </a:prstGeom>
        </p:spPr>
      </p:pic>
      <p:graphicFrame>
        <p:nvGraphicFramePr>
          <p:cNvPr id="11" name="b3-chart-284"/>
          <p:cNvGraphicFramePr/>
          <p:nvPr/>
        </p:nvGraphicFramePr>
        <p:xfrm>
          <a:off x="6309360" y="1234440"/>
          <a:ext cx="5276088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2" name="b4-t-285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difference dies three times faster than the average: the blocks equalise first, then cool together.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286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Modes: the three arrows, now running in time</a:t>
            </a:r>
            <a:endParaRPr lang="en-US" sz="2800" dirty="0"/>
          </a:p>
        </p:txBody>
      </p:sp>
      <p:sp>
        <p:nvSpPr>
          <p:cNvPr id="3" name="t-287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Matrix exponential</a:t>
            </a:r>
            <a:endParaRPr lang="en-US" sz="1000" dirty="0"/>
          </a:p>
        </p:txBody>
      </p:sp>
      <p:sp>
        <p:nvSpPr>
          <p:cNvPr id="4" name="t-288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</a:t>
            </a:r>
            <a:endParaRPr lang="en-US" sz="1000" dirty="0"/>
          </a:p>
        </p:txBody>
      </p:sp>
      <p:pic>
        <p:nvPicPr>
          <p:cNvPr id="5" name="eq-289" descr="x(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24203"/>
            <a:ext cx="592074" cy="317754"/>
          </a:xfrm>
          <a:prstGeom prst="rect">
            <a:avLst/>
          </a:prstGeom>
        </p:spPr>
      </p:pic>
      <p:pic>
        <p:nvPicPr>
          <p:cNvPr id="6" name="eq-290" descr="c= V^T x(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597914"/>
            <a:ext cx="1465326" cy="370332"/>
          </a:xfrm>
          <a:prstGeom prst="rect">
            <a:avLst/>
          </a:prstGeom>
        </p:spPr>
      </p:pic>
      <p:pic>
        <p:nvPicPr>
          <p:cNvPr id="7" name="eq-291" descr="c_i e^{\lambda_i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605915"/>
            <a:ext cx="722376" cy="354330"/>
          </a:xfrm>
          <a:prstGeom prst="rect">
            <a:avLst/>
          </a:prstGeom>
        </p:spPr>
      </p:pic>
      <p:pic>
        <p:nvPicPr>
          <p:cNvPr id="8" name="eq-292" descr="x(t)=\sum_i c_i e^{\lambda_it} v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429893"/>
            <a:ext cx="2299716" cy="706374"/>
          </a:xfrm>
          <a:prstGeom prst="rect">
            <a:avLst/>
          </a:prstGeom>
        </p:spPr>
      </p:pic>
      <p:sp>
        <p:nvSpPr>
          <p:cNvPr id="9" name="arr-293"/>
          <p:cNvSpPr/>
          <p:nvPr/>
        </p:nvSpPr>
        <p:spPr>
          <a:xfrm>
            <a:off x="1341882" y="1783080"/>
            <a:ext cx="1035558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eq-294" descr="V^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5356" y="1389431"/>
            <a:ext cx="308610" cy="238658"/>
          </a:xfrm>
          <a:prstGeom prst="rect">
            <a:avLst/>
          </a:prstGeom>
        </p:spPr>
      </p:pic>
      <p:sp>
        <p:nvSpPr>
          <p:cNvPr id="11" name="t-295"/>
          <p:cNvSpPr txBox="1"/>
          <p:nvPr/>
        </p:nvSpPr>
        <p:spPr>
          <a:xfrm>
            <a:off x="853821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modal amplitudes</a:t>
            </a:r>
            <a:endParaRPr lang="en-US" sz="1200" dirty="0"/>
          </a:p>
        </p:txBody>
      </p:sp>
      <p:sp>
        <p:nvSpPr>
          <p:cNvPr id="12" name="arr-296"/>
          <p:cNvSpPr/>
          <p:nvPr/>
        </p:nvSpPr>
        <p:spPr>
          <a:xfrm>
            <a:off x="4117086" y="1783080"/>
            <a:ext cx="1415034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eq-297" descr="e^{Λ t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9724" y="1389431"/>
            <a:ext cx="349758" cy="238658"/>
          </a:xfrm>
          <a:prstGeom prst="rect">
            <a:avLst/>
          </a:prstGeom>
        </p:spPr>
      </p:pic>
      <p:sp>
        <p:nvSpPr>
          <p:cNvPr id="14" name="t-298"/>
          <p:cNvSpPr txBox="1"/>
          <p:nvPr/>
        </p:nvSpPr>
        <p:spPr>
          <a:xfrm>
            <a:off x="3818763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each mode on its own</a:t>
            </a:r>
            <a:endParaRPr lang="en-US" sz="1200" dirty="0"/>
          </a:p>
        </p:txBody>
      </p:sp>
      <p:sp>
        <p:nvSpPr>
          <p:cNvPr id="15" name="arr-299"/>
          <p:cNvSpPr/>
          <p:nvPr/>
        </p:nvSpPr>
        <p:spPr>
          <a:xfrm>
            <a:off x="6528816" y="1783080"/>
            <a:ext cx="1655064" cy="0"/>
          </a:xfrm>
          <a:prstGeom prst="line">
            <a:avLst/>
          </a:prstGeom>
          <a:noFill/>
          <a:ln w="28575">
            <a:solidFill>
              <a:srgbClr val="152D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eq-300" descr="V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5535" y="1412062"/>
            <a:ext cx="201625" cy="193396"/>
          </a:xfrm>
          <a:prstGeom prst="rect">
            <a:avLst/>
          </a:prstGeom>
        </p:spPr>
      </p:pic>
      <p:sp>
        <p:nvSpPr>
          <p:cNvPr id="17" name="t-301"/>
          <p:cNvSpPr txBox="1"/>
          <p:nvPr/>
        </p:nvSpPr>
        <p:spPr>
          <a:xfrm>
            <a:off x="6350508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recombine</a:t>
            </a:r>
            <a:endParaRPr lang="en-US" sz="1200" dirty="0"/>
          </a:p>
        </p:txBody>
      </p:sp>
      <p:sp>
        <p:nvSpPr>
          <p:cNvPr id="18" name="t-302"/>
          <p:cNvSpPr txBox="1"/>
          <p:nvPr/>
        </p:nvSpPr>
        <p:spPr>
          <a:xfrm>
            <a:off x="612648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each eigenvalue does to its mode</a:t>
            </a:r>
            <a:endParaRPr lang="en-US" sz="1800" dirty="0"/>
          </a:p>
        </p:txBody>
      </p:sp>
      <p:sp>
        <p:nvSpPr>
          <p:cNvPr id="19" name="b1-box-303"/>
          <p:cNvSpPr/>
          <p:nvPr/>
        </p:nvSpPr>
        <p:spPr>
          <a:xfrm>
            <a:off x="612648" y="320040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b1-eq-304" descr="\lambda&lt;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" y="3383280"/>
            <a:ext cx="694944" cy="237744"/>
          </a:xfrm>
          <a:prstGeom prst="rect">
            <a:avLst/>
          </a:prstGeom>
        </p:spPr>
      </p:pic>
      <p:pic>
        <p:nvPicPr>
          <p:cNvPr id="21" name="b1-img-305" descr="sketc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7568" y="3291840"/>
            <a:ext cx="2103120" cy="868680"/>
          </a:xfrm>
          <a:prstGeom prst="rect">
            <a:avLst/>
          </a:prstGeom>
        </p:spPr>
      </p:pic>
      <p:sp>
        <p:nvSpPr>
          <p:cNvPr id="22" name="b1-t-306"/>
          <p:cNvSpPr txBox="1"/>
          <p:nvPr/>
        </p:nvSpPr>
        <p:spPr>
          <a:xfrm>
            <a:off x="841248" y="425196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decays: stable (heat flow, damping)</a:t>
            </a:r>
            <a:endParaRPr lang="en-US" sz="1400" dirty="0"/>
          </a:p>
        </p:txBody>
      </p:sp>
      <p:sp>
        <p:nvSpPr>
          <p:cNvPr id="23" name="b2-box-307"/>
          <p:cNvSpPr/>
          <p:nvPr/>
        </p:nvSpPr>
        <p:spPr>
          <a:xfrm>
            <a:off x="4346448" y="320040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b2-eq-308" descr="\lambda&gt;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5048" y="3383280"/>
            <a:ext cx="694944" cy="237744"/>
          </a:xfrm>
          <a:prstGeom prst="rect">
            <a:avLst/>
          </a:prstGeom>
        </p:spPr>
      </p:pic>
      <p:pic>
        <p:nvPicPr>
          <p:cNvPr id="25" name="b2-img-309" descr="sketch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1368" y="3291840"/>
            <a:ext cx="2103120" cy="868680"/>
          </a:xfrm>
          <a:prstGeom prst="rect">
            <a:avLst/>
          </a:prstGeom>
        </p:spPr>
      </p:pic>
      <p:sp>
        <p:nvSpPr>
          <p:cNvPr id="26" name="b2-t-310"/>
          <p:cNvSpPr txBox="1"/>
          <p:nvPr/>
        </p:nvSpPr>
        <p:spPr>
          <a:xfrm>
            <a:off x="4575048" y="425196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grows: unstable</a:t>
            </a:r>
            <a:endParaRPr lang="en-US" sz="1400" dirty="0"/>
          </a:p>
        </p:txBody>
      </p:sp>
      <p:sp>
        <p:nvSpPr>
          <p:cNvPr id="27" name="b3-box-311"/>
          <p:cNvSpPr/>
          <p:nvPr/>
        </p:nvSpPr>
        <p:spPr>
          <a:xfrm>
            <a:off x="8080248" y="3200400"/>
            <a:ext cx="3505200" cy="1874520"/>
          </a:xfrm>
          <a:prstGeom prst="roundRect">
            <a:avLst>
              <a:gd name="adj" fmla="val 3902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b3-eq-312" descr="\lambda=i\omega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8848" y="3383280"/>
            <a:ext cx="813816" cy="235458"/>
          </a:xfrm>
          <a:prstGeom prst="rect">
            <a:avLst/>
          </a:prstGeom>
        </p:spPr>
      </p:pic>
      <p:pic>
        <p:nvPicPr>
          <p:cNvPr id="29" name="b3-img-313" descr="sketch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45168" y="3291840"/>
            <a:ext cx="2103120" cy="868680"/>
          </a:xfrm>
          <a:prstGeom prst="rect">
            <a:avLst/>
          </a:prstGeom>
        </p:spPr>
      </p:pic>
      <p:sp>
        <p:nvSpPr>
          <p:cNvPr id="30" name="b3-t-314"/>
          <p:cNvSpPr txBox="1"/>
          <p:nvPr/>
        </p:nvSpPr>
        <p:spPr>
          <a:xfrm>
            <a:off x="8308848" y="425196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oscillates, |e^(iωt)| = 1. Not from a real symmetric A: from A = −iH/ħ (slide 25)</a:t>
            </a:r>
            <a:endParaRPr lang="en-US" sz="1400" dirty="0"/>
          </a:p>
        </p:txBody>
      </p:sp>
      <p:sp>
        <p:nvSpPr>
          <p:cNvPr id="31" name="b4-t-315"/>
          <p:cNvSpPr txBox="1"/>
          <p:nvPr/>
        </p:nvSpPr>
        <p:spPr>
          <a:xfrm>
            <a:off x="612648" y="5230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Lecture 8: if K is positive definite, every eigenvalue of −K is negative, so dx/dt = −Kx is stable.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Lecture 9: the heat equation.   Lecture 14: oscillations.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316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factorisation, four fields</a:t>
            </a:r>
            <a:endParaRPr lang="en-US" sz="2800" dirty="0"/>
          </a:p>
        </p:txBody>
      </p:sp>
      <p:sp>
        <p:nvSpPr>
          <p:cNvPr id="3" name="t-317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Applications</a:t>
            </a:r>
            <a:endParaRPr lang="en-US" sz="1000" dirty="0"/>
          </a:p>
        </p:txBody>
      </p:sp>
      <p:sp>
        <p:nvSpPr>
          <p:cNvPr id="4" name="t-318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card-319"/>
          <p:cNvSpPr/>
          <p:nvPr/>
        </p:nvSpPr>
        <p:spPr>
          <a:xfrm>
            <a:off x="612648" y="1325880"/>
            <a:ext cx="5326380" cy="182880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conbg-320"/>
          <p:cNvSpPr/>
          <p:nvPr/>
        </p:nvSpPr>
        <p:spPr>
          <a:xfrm>
            <a:off x="886968" y="1600200"/>
            <a:ext cx="685800" cy="6858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Analytical mechan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728216"/>
            <a:ext cx="429768" cy="429768"/>
          </a:xfrm>
          <a:prstGeom prst="rect">
            <a:avLst/>
          </a:prstGeom>
        </p:spPr>
      </p:pic>
      <p:sp>
        <p:nvSpPr>
          <p:cNvPr id="8" name="t-321"/>
          <p:cNvSpPr txBox="1"/>
          <p:nvPr/>
        </p:nvSpPr>
        <p:spPr>
          <a:xfrm>
            <a:off x="1801368" y="160020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Analytical mechanics</a:t>
            </a:r>
            <a:endParaRPr lang="en-US" sz="1900" dirty="0"/>
          </a:p>
        </p:txBody>
      </p:sp>
      <p:sp>
        <p:nvSpPr>
          <p:cNvPr id="9" name="t-322"/>
          <p:cNvSpPr txBox="1"/>
          <p:nvPr/>
        </p:nvSpPr>
        <p:spPr>
          <a:xfrm>
            <a:off x="1801368" y="2075688"/>
            <a:ext cx="3909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Stiffness matrix K (mass-weighted)</a:t>
            </a:r>
            <a:endParaRPr lang="en-US" sz="1500" dirty="0"/>
          </a:p>
        </p:txBody>
      </p:sp>
      <p:sp>
        <p:nvSpPr>
          <p:cNvPr id="10" name="t-323"/>
          <p:cNvSpPr txBox="1"/>
          <p:nvPr/>
        </p:nvSpPr>
        <p:spPr>
          <a:xfrm>
            <a:off x="1801368" y="2487168"/>
            <a:ext cx="3909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eigenvalues = ω²,  eigenvectors give the normal modes</a:t>
            </a:r>
            <a:endParaRPr lang="en-US" sz="1400" dirty="0"/>
          </a:p>
        </p:txBody>
      </p:sp>
      <p:sp>
        <p:nvSpPr>
          <p:cNvPr id="11" name="card-324"/>
          <p:cNvSpPr/>
          <p:nvPr/>
        </p:nvSpPr>
        <p:spPr>
          <a:xfrm>
            <a:off x="6259068" y="1325880"/>
            <a:ext cx="5326380" cy="182880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conbg-325"/>
          <p:cNvSpPr/>
          <p:nvPr/>
        </p:nvSpPr>
        <p:spPr>
          <a:xfrm>
            <a:off x="6533388" y="1600200"/>
            <a:ext cx="685800" cy="6858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Wav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1728216"/>
            <a:ext cx="429768" cy="429768"/>
          </a:xfrm>
          <a:prstGeom prst="rect">
            <a:avLst/>
          </a:prstGeom>
        </p:spPr>
      </p:pic>
      <p:sp>
        <p:nvSpPr>
          <p:cNvPr id="14" name="t-326"/>
          <p:cNvSpPr txBox="1"/>
          <p:nvPr/>
        </p:nvSpPr>
        <p:spPr>
          <a:xfrm>
            <a:off x="7447788" y="160020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Waves</a:t>
            </a:r>
            <a:endParaRPr lang="en-US" sz="1900" dirty="0"/>
          </a:p>
        </p:txBody>
      </p:sp>
      <p:sp>
        <p:nvSpPr>
          <p:cNvPr id="15" name="t-327"/>
          <p:cNvSpPr txBox="1"/>
          <p:nvPr/>
        </p:nvSpPr>
        <p:spPr>
          <a:xfrm>
            <a:off x="7447788" y="2075688"/>
            <a:ext cx="3909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Second-difference matrix Kₙ</a:t>
            </a:r>
            <a:endParaRPr lang="en-US" sz="1500" dirty="0"/>
          </a:p>
        </p:txBody>
      </p:sp>
      <p:sp>
        <p:nvSpPr>
          <p:cNvPr id="16" name="t-328"/>
          <p:cNvSpPr txBox="1"/>
          <p:nvPr/>
        </p:nvSpPr>
        <p:spPr>
          <a:xfrm>
            <a:off x="7447788" y="2487168"/>
            <a:ext cx="3909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eigenvalues ∝ ω²,  eigenvectors = standing waves</a:t>
            </a:r>
            <a:endParaRPr lang="en-US" sz="1400" dirty="0"/>
          </a:p>
        </p:txBody>
      </p:sp>
      <p:sp>
        <p:nvSpPr>
          <p:cNvPr id="17" name="card-329"/>
          <p:cNvSpPr/>
          <p:nvPr/>
        </p:nvSpPr>
        <p:spPr>
          <a:xfrm>
            <a:off x="612648" y="3429000"/>
            <a:ext cx="5326380" cy="182880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iconbg-330"/>
          <p:cNvSpPr/>
          <p:nvPr/>
        </p:nvSpPr>
        <p:spPr>
          <a:xfrm>
            <a:off x="886968" y="3703320"/>
            <a:ext cx="685800" cy="6858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Quantum mechanic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831336"/>
            <a:ext cx="429768" cy="429768"/>
          </a:xfrm>
          <a:prstGeom prst="rect">
            <a:avLst/>
          </a:prstGeom>
        </p:spPr>
      </p:pic>
      <p:sp>
        <p:nvSpPr>
          <p:cNvPr id="20" name="t-331"/>
          <p:cNvSpPr txBox="1"/>
          <p:nvPr/>
        </p:nvSpPr>
        <p:spPr>
          <a:xfrm>
            <a:off x="1801368" y="370332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Quantum mechanics</a:t>
            </a:r>
            <a:endParaRPr lang="en-US" sz="1900" dirty="0"/>
          </a:p>
        </p:txBody>
      </p:sp>
      <p:sp>
        <p:nvSpPr>
          <p:cNvPr id="21" name="t-332"/>
          <p:cNvSpPr txBox="1"/>
          <p:nvPr/>
        </p:nvSpPr>
        <p:spPr>
          <a:xfrm>
            <a:off x="1801368" y="4178808"/>
            <a:ext cx="3909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Hamiltonian H (Hermitian)</a:t>
            </a:r>
            <a:endParaRPr lang="en-US" sz="1500" dirty="0"/>
          </a:p>
        </p:txBody>
      </p:sp>
      <p:sp>
        <p:nvSpPr>
          <p:cNvPr id="22" name="t-333"/>
          <p:cNvSpPr txBox="1"/>
          <p:nvPr/>
        </p:nvSpPr>
        <p:spPr>
          <a:xfrm>
            <a:off x="1801368" y="4590288"/>
            <a:ext cx="3909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eigenvalues = energies,  e^(−iHt/ħ) moves the state</a:t>
            </a:r>
            <a:endParaRPr lang="en-US" sz="1400" dirty="0"/>
          </a:p>
        </p:txBody>
      </p:sp>
      <p:sp>
        <p:nvSpPr>
          <p:cNvPr id="23" name="card-334"/>
          <p:cNvSpPr/>
          <p:nvPr/>
        </p:nvSpPr>
        <p:spPr>
          <a:xfrm>
            <a:off x="6259068" y="3429000"/>
            <a:ext cx="5326380" cy="182880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conbg-335"/>
          <p:cNvSpPr/>
          <p:nvPr/>
        </p:nvSpPr>
        <p:spPr>
          <a:xfrm>
            <a:off x="6533388" y="3703320"/>
            <a:ext cx="685800" cy="6858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Quantum chemist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404" y="3831336"/>
            <a:ext cx="429768" cy="429768"/>
          </a:xfrm>
          <a:prstGeom prst="rect">
            <a:avLst/>
          </a:prstGeom>
        </p:spPr>
      </p:pic>
      <p:sp>
        <p:nvSpPr>
          <p:cNvPr id="26" name="t-336"/>
          <p:cNvSpPr txBox="1"/>
          <p:nvPr/>
        </p:nvSpPr>
        <p:spPr>
          <a:xfrm>
            <a:off x="7447788" y="3703320"/>
            <a:ext cx="3909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Quantum chemistry</a:t>
            </a:r>
            <a:endParaRPr lang="en-US" sz="1900" dirty="0"/>
          </a:p>
        </p:txBody>
      </p:sp>
      <p:sp>
        <p:nvSpPr>
          <p:cNvPr id="27" name="t-337"/>
          <p:cNvSpPr txBox="1"/>
          <p:nvPr/>
        </p:nvSpPr>
        <p:spPr>
          <a:xfrm>
            <a:off x="7447788" y="4178808"/>
            <a:ext cx="3909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Hückel matrix αI + β·(bond matrix)</a:t>
            </a:r>
            <a:endParaRPr lang="en-US" sz="1500" dirty="0"/>
          </a:p>
        </p:txBody>
      </p:sp>
      <p:sp>
        <p:nvSpPr>
          <p:cNvPr id="28" name="t-338"/>
          <p:cNvSpPr txBox="1"/>
          <p:nvPr/>
        </p:nvSpPr>
        <p:spPr>
          <a:xfrm>
            <a:off x="7447788" y="4590288"/>
            <a:ext cx="3909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eigenvalues = orbital energies,  eigenvectors = orbitals</a:t>
            </a:r>
            <a:endParaRPr lang="en-US" sz="1400" dirty="0"/>
          </a:p>
        </p:txBody>
      </p:sp>
      <p:sp>
        <p:nvSpPr>
          <p:cNvPr id="29" name="t-339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Every symmetric [a b; b a] has eigenvectors (1, ±1)/√2: today's example returns in the pendula and in ammonia.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340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Analytical mechanics: coupled pendula</a:t>
            </a:r>
            <a:endParaRPr lang="en-US" sz="2800" dirty="0"/>
          </a:p>
        </p:txBody>
      </p:sp>
      <p:sp>
        <p:nvSpPr>
          <p:cNvPr id="3" name="t-341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Applications</a:t>
            </a:r>
            <a:endParaRPr lang="en-US" sz="1000" dirty="0"/>
          </a:p>
        </p:txBody>
      </p:sp>
      <p:sp>
        <p:nvSpPr>
          <p:cNvPr id="4" name="t-342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22</a:t>
            </a:r>
            <a:endParaRPr lang="en-US" sz="1000" dirty="0"/>
          </a:p>
        </p:txBody>
      </p:sp>
      <p:pic>
        <p:nvPicPr>
          <p:cNvPr id="5" name="eq-343" descr="L=\tfrac12 \dot{ x}^T M\dot{ x}-\tfrac12 x^T K x, M=m I, K=\begin{bmatrix}k+\kappa&amp;-\kappa\\-\kappa&amp;k+\kappa\end{b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5545836" cy="555498"/>
          </a:xfrm>
          <a:prstGeom prst="rect">
            <a:avLst/>
          </a:prstGeom>
        </p:spPr>
      </p:pic>
      <p:pic>
        <p:nvPicPr>
          <p:cNvPr id="6" name="eq-344" descr="{Euler–Lagrange:} m \ddot{ x}=- K 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011680"/>
            <a:ext cx="3131820" cy="249174"/>
          </a:xfrm>
          <a:prstGeom prst="rect">
            <a:avLst/>
          </a:prstGeom>
        </p:spPr>
      </p:pic>
      <p:pic>
        <p:nvPicPr>
          <p:cNvPr id="7" name="b1-eq-345" descr="q= V^T x: L=\sum_i\Bigl(\tfrac12m \dot q_i^2-\tfrac12\lambda_i q_i^2\Bigr), \omega_i=\sqrt{\lambda_i/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468880"/>
            <a:ext cx="5630418" cy="576072"/>
          </a:xfrm>
          <a:prstGeom prst="rect">
            <a:avLst/>
          </a:prstGeom>
        </p:spPr>
      </p:pic>
      <p:pic>
        <p:nvPicPr>
          <p:cNvPr id="8" name="b1-eq-346" descr="\lambda_1=k:\ \begin{bmatrix}1\\1\end{bmatrix}\ {in phase}, \lambda_2=k+2\kappa:\ \begin{bmatrix}1\\-1\end{bmatrix}\ {out of phase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200400"/>
            <a:ext cx="6181344" cy="555498"/>
          </a:xfrm>
          <a:prstGeom prst="rect">
            <a:avLst/>
          </a:prstGeom>
        </p:spPr>
      </p:pic>
      <p:pic>
        <p:nvPicPr>
          <p:cNvPr id="9" name="b2-eq-347" descr="x(0)=\begin{bmatrix}1\\0\end{bmatrix},\ \dot{ x}(0)= 0: x_{1,2}(t)=\tfrac12\bigl(\cos\omega_1t\pm\cos\omega_2t\bigr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977640"/>
            <a:ext cx="5737860" cy="555498"/>
          </a:xfrm>
          <a:prstGeom prst="rect">
            <a:avLst/>
          </a:prstGeom>
        </p:spPr>
      </p:pic>
      <p:sp>
        <p:nvSpPr>
          <p:cNvPr id="10" name="b2-t-348"/>
          <p:cNvSpPr txBox="1"/>
          <p:nvPr/>
        </p:nvSpPr>
        <p:spPr>
          <a:xfrm>
            <a:off x="612648" y="47091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 = 1, κ = 0.1, m = 1:  ω₁ = 1, ω₂ = 1.095. Almost all the energy has moved to pendulum 2 at t = π/(ω₂ − ω₁) ≈ 33.</a:t>
            </a:r>
            <a:endParaRPr lang="en-US" sz="1400" dirty="0"/>
          </a:p>
        </p:txBody>
      </p:sp>
      <p:pic>
        <p:nvPicPr>
          <p:cNvPr id="11" name="img-349" descr="Two pendula coupled by a spr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1143000"/>
            <a:ext cx="2238451" cy="1909267"/>
          </a:xfrm>
          <a:prstGeom prst="rect">
            <a:avLst/>
          </a:prstGeom>
        </p:spPr>
      </p:pic>
      <p:sp>
        <p:nvSpPr>
          <p:cNvPr id="12" name="t-350"/>
          <p:cNvSpPr txBox="1"/>
          <p:nvPr/>
        </p:nvSpPr>
        <p:spPr>
          <a:xfrm>
            <a:off x="9646920" y="1325880"/>
            <a:ext cx="1938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two pendula (each alone: k = mg / length), a weak spring κ between them</a:t>
            </a:r>
            <a:endParaRPr lang="en-US" sz="1300" dirty="0"/>
          </a:p>
        </p:txBody>
      </p:sp>
      <p:graphicFrame>
        <p:nvGraphicFramePr>
          <p:cNvPr id="13" name="b3-chart-351"/>
          <p:cNvGraphicFramePr/>
          <p:nvPr/>
        </p:nvGraphicFramePr>
        <p:xfrm>
          <a:off x="6949440" y="3108960"/>
          <a:ext cx="4636008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4" name="b3-t-352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x(t) = V cos(Ωt) Vᵀ x(0), Ω = diag(ωᵢ): a function of a symmetric matrix acts on each eigenvalue, like e^(At).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Graphic spid="13" grpId="0">
        <p:bldAsOne/>
      </p:bldGraphic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353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Mechanics at molecular scale: vibrations of CO₂</a:t>
            </a:r>
            <a:endParaRPr lang="en-US" sz="2800" dirty="0"/>
          </a:p>
        </p:txBody>
      </p:sp>
      <p:sp>
        <p:nvSpPr>
          <p:cNvPr id="3" name="t-354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Applications</a:t>
            </a:r>
            <a:endParaRPr lang="en-US" sz="1000" dirty="0"/>
          </a:p>
        </p:txBody>
      </p:sp>
      <p:sp>
        <p:nvSpPr>
          <p:cNvPr id="4" name="t-355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23</a:t>
            </a:r>
            <a:endParaRPr lang="en-US" sz="1000" dirty="0"/>
          </a:p>
        </p:txBody>
      </p:sp>
      <p:pic>
        <p:nvPicPr>
          <p:cNvPr id="5" name="eq-356" descr="K=k\begin{bmatrix}1&amp;-1&amp;0\\-1&amp;2&amp;-1\\0&amp;-1&amp;1\end{bmatrix}, M=\begin{bmatrix}m_{ O}&amp;&amp;\\&amp;m_{ C}&amp;\\&amp;&amp;m_{ O}\end{bmatrix}, K v=\omega^2 M 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80160"/>
            <a:ext cx="5680710" cy="768096"/>
          </a:xfrm>
          <a:prstGeom prst="rect">
            <a:avLst/>
          </a:prstGeom>
        </p:spPr>
      </p:pic>
      <p:sp>
        <p:nvSpPr>
          <p:cNvPr id="6" name="t-357"/>
          <p:cNvSpPr txBox="1"/>
          <p:nvPr/>
        </p:nvSpPr>
        <p:spPr>
          <a:xfrm>
            <a:off x="6583680" y="1371600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Three masses, two bonds of stiffness k. K is the free–free matrix B (Lecture 2), so it is singular.</a:t>
            </a:r>
            <a:endParaRPr lang="en-US" sz="1400" dirty="0"/>
          </a:p>
        </p:txBody>
      </p:sp>
      <p:pic>
        <p:nvPicPr>
          <p:cNvPr id="7" name="b1-eq-358" descr="\widetilde{ K}= M^{-1/2} K M^{-1/2}=\widetilde{ K}^T {(} M^{-1} K { is not symmetric)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240280"/>
            <a:ext cx="5239512" cy="331470"/>
          </a:xfrm>
          <a:prstGeom prst="rect">
            <a:avLst/>
          </a:prstGeom>
        </p:spPr>
      </p:pic>
      <p:sp>
        <p:nvSpPr>
          <p:cNvPr id="8" name="b1-t-359"/>
          <p:cNvSpPr txBox="1"/>
          <p:nvPr/>
        </p:nvSpPr>
        <p:spPr>
          <a:xfrm>
            <a:off x="5989320" y="2258568"/>
            <a:ext cx="5596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mass-weighting restores symmetry, so the spectral theorem applies</a:t>
            </a:r>
            <a:endParaRPr lang="en-US" sz="1400" dirty="0"/>
          </a:p>
        </p:txBody>
      </p:sp>
      <p:pic>
        <p:nvPicPr>
          <p:cNvPr id="9" name="b2-img-360" descr="The three modes of the linear O-C-O ch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880360"/>
            <a:ext cx="5212080" cy="2779776"/>
          </a:xfrm>
          <a:prstGeom prst="rect">
            <a:avLst/>
          </a:prstGeom>
        </p:spPr>
      </p:pic>
      <p:graphicFrame>
        <p:nvGraphicFramePr>
          <p:cNvPr id="24" name="table-3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3017520"/>
          <a:ext cx="5596128" cy="164592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mode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observed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translation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symmetric stretch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≈ 1340 cm⁻¹ (Raman pair 1285/1388)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antisymmetric stretch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2349 cm⁻¹ = 4.26 µm, infrared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bend (needs 2D)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667 cm⁻¹ = 15 µm, infrared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b3-eq-362" descr="\frac{\omega_{ {as}}}{\omega_{ s}}=\sqrt{1+\frac{2m_{ O}}{m_{ C}}}=1.91 {observed: }\ \frac{2349}{1340}\approx1.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4800600"/>
            <a:ext cx="4992738" cy="621106"/>
          </a:xfrm>
          <a:prstGeom prst="rect">
            <a:avLst/>
          </a:prstGeom>
        </p:spPr>
      </p:pic>
      <p:sp>
        <p:nvSpPr>
          <p:cNvPr id="12" name="b4-t-363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antisymmetric stretch at 4.26 µm is the band most NDIR CO₂ sensors measure.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364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Waves: standing waves are eigenvectors of K</a:t>
            </a:r>
            <a:endParaRPr lang="en-US" sz="2800" dirty="0"/>
          </a:p>
        </p:txBody>
      </p:sp>
      <p:sp>
        <p:nvSpPr>
          <p:cNvPr id="3" name="t-365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Applications</a:t>
            </a:r>
            <a:endParaRPr lang="en-US" sz="1000" dirty="0"/>
          </a:p>
        </p:txBody>
      </p:sp>
      <p:sp>
        <p:nvSpPr>
          <p:cNvPr id="4" name="t-366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24</a:t>
            </a:r>
            <a:endParaRPr lang="en-US" sz="1000" dirty="0"/>
          </a:p>
        </p:txBody>
      </p:sp>
      <p:pic>
        <p:nvPicPr>
          <p:cNvPr id="5" name="eq-367" descr="m \ddot{ x}=-\frac{\tau}{h} K_n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80160"/>
            <a:ext cx="1556766" cy="473202"/>
          </a:xfrm>
          <a:prstGeom prst="rect">
            <a:avLst/>
          </a:prstGeom>
        </p:spPr>
      </p:pic>
      <p:sp>
        <p:nvSpPr>
          <p:cNvPr id="6" name="t-368"/>
          <p:cNvSpPr txBox="1"/>
          <p:nvPr/>
        </p:nvSpPr>
        <p:spPr>
          <a:xfrm>
            <a:off x="2377440" y="1325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 beads (mass m, spacing h) on a string under tension τ, both ends fixed: the fixed–fixed matrix again.</a:t>
            </a:r>
            <a:endParaRPr lang="en-US" sz="1400" dirty="0"/>
          </a:p>
        </p:txBody>
      </p:sp>
      <p:pic>
        <p:nvPicPr>
          <p:cNvPr id="7" name="b1-eq-369" descr="v_k(j)=\sin\frac{jk\pi}{n+1}, \lambda_k=4\sin^2\frac{k\pi}{2(n+1)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286000"/>
            <a:ext cx="4110228" cy="548640"/>
          </a:xfrm>
          <a:prstGeom prst="rect">
            <a:avLst/>
          </a:prstGeom>
        </p:spPr>
      </p:pic>
      <p:pic>
        <p:nvPicPr>
          <p:cNvPr id="8" name="b1-eq-370" descr="\omega_k=2\sqrt{\frac{\tau}{mh}} \sin\frac{k\pi}{2(n+1)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926080"/>
            <a:ext cx="2603754" cy="585216"/>
          </a:xfrm>
          <a:prstGeom prst="rect">
            <a:avLst/>
          </a:prstGeom>
        </p:spPr>
      </p:pic>
      <p:graphicFrame>
        <p:nvGraphicFramePr>
          <p:cNvPr id="9" name="b2-chart-371"/>
          <p:cNvGraphicFramePr/>
          <p:nvPr/>
        </p:nvGraphicFramePr>
        <p:xfrm>
          <a:off x="612648" y="3611880"/>
          <a:ext cx="53949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b3-chart-372"/>
          <p:cNvGraphicFramePr/>
          <p:nvPr/>
        </p:nvGraphicFramePr>
        <p:xfrm>
          <a:off x="6309360" y="1280160"/>
          <a:ext cx="5276088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b4-t-373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Low modes approach 1 : 2 : 3 as n grows (1 : 1.99 : 2.94 at n = 12). High modes bend over, as phonons do.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0" grpId="0">
        <p:bldAsOne/>
      </p:bldGraphic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374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Quantum mechanics: ammonia as a two-level system</a:t>
            </a:r>
            <a:endParaRPr lang="en-US" sz="2800" dirty="0"/>
          </a:p>
        </p:txBody>
      </p:sp>
      <p:sp>
        <p:nvSpPr>
          <p:cNvPr id="3" name="t-375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Applications</a:t>
            </a:r>
            <a:endParaRPr lang="en-US" sz="1000" dirty="0"/>
          </a:p>
        </p:txBody>
      </p:sp>
      <p:sp>
        <p:nvSpPr>
          <p:cNvPr id="4" name="t-376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</a:t>
            </a:r>
            <a:endParaRPr lang="en-US" sz="1000" dirty="0"/>
          </a:p>
        </p:txBody>
      </p:sp>
      <p:pic>
        <p:nvPicPr>
          <p:cNvPr id="5" name="img-377" descr="Double-well potential for the ammonia inver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88720"/>
            <a:ext cx="4663440" cy="2611526"/>
          </a:xfrm>
          <a:prstGeom prst="rect">
            <a:avLst/>
          </a:prstGeom>
        </p:spPr>
      </p:pic>
      <p:pic>
        <p:nvPicPr>
          <p:cNvPr id="6" name="eq-378" descr="H=\begin{bmatrix}E_0&amp;-\Delta\\-\Delta&amp;E_0\end{b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234440"/>
            <a:ext cx="1575054" cy="585216"/>
          </a:xfrm>
          <a:prstGeom prst="rect">
            <a:avLst/>
          </a:prstGeom>
        </p:spPr>
      </p:pic>
      <p:sp>
        <p:nvSpPr>
          <p:cNvPr id="7" name="t-379"/>
          <p:cNvSpPr txBox="1"/>
          <p:nvPr/>
        </p:nvSpPr>
        <p:spPr>
          <a:xfrm>
            <a:off x="749808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tunnelling amplitude Δ &gt; 0</a:t>
            </a:r>
            <a:endParaRPr lang="en-US" sz="1400" dirty="0"/>
          </a:p>
        </p:txBody>
      </p:sp>
      <p:pic>
        <p:nvPicPr>
          <p:cNvPr id="8" name="eq-380" descr="E_0-\Delta:\ \tfrac{1}{\sqrt2}\begin{bmatrix}1\\1\end{bmatrix}, E_0+\Delta:\ \tfrac{1}{\sqrt2}\begin{bmatrix}1\\-1\end{bmatrix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920240"/>
            <a:ext cx="3831336" cy="555498"/>
          </a:xfrm>
          <a:prstGeom prst="rect">
            <a:avLst/>
          </a:prstGeom>
        </p:spPr>
      </p:pic>
      <p:pic>
        <p:nvPicPr>
          <p:cNvPr id="9" name="b1-eq-381" descr="i\hbar \frac{d ψ}{dt}= H ψ\ \ \Rightarrow\ \ ψ(t)=e^{-i Ht/\hbar} ψ(0)= V e^{-iΛ t/\hbar} V^T ψ(0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2606040"/>
            <a:ext cx="5516118" cy="498348"/>
          </a:xfrm>
          <a:prstGeom prst="rect">
            <a:avLst/>
          </a:prstGeom>
        </p:spPr>
      </p:pic>
      <p:pic>
        <p:nvPicPr>
          <p:cNvPr id="10" name="b2-eq-382" descr="{start N up:}\ \ P_{ {down}}(t)=\sin^2\frac{\Delta t}{\hbar}, 2\Delta=h\nu, \nu\approx23.87\ {GHz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3200400"/>
            <a:ext cx="5977981" cy="469636"/>
          </a:xfrm>
          <a:prstGeom prst="rect">
            <a:avLst/>
          </a:prstGeom>
        </p:spPr>
      </p:pic>
      <p:graphicFrame>
        <p:nvGraphicFramePr>
          <p:cNvPr id="11" name="b3-chart-383"/>
          <p:cNvGraphicFramePr/>
          <p:nvPr/>
        </p:nvGraphicFramePr>
        <p:xfrm>
          <a:off x="5577840" y="3749040"/>
          <a:ext cx="6007608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2" name="b4-t-384"/>
          <p:cNvSpPr txBox="1"/>
          <p:nvPr/>
        </p:nvSpPr>
        <p:spPr>
          <a:xfrm>
            <a:off x="612648" y="39776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ν ≈ 23.87 GHz: the molecule flips every ≈ 21 ps. The first atomic clock (NBS, 1948–49) and the first maser (Gordon, Zeiger and Townes, 1954) both ran on ammonia's inversion lines.</a:t>
            </a:r>
            <a:endParaRPr lang="en-US" sz="1400" dirty="0"/>
          </a:p>
        </p:txBody>
      </p:sp>
      <p:sp>
        <p:nvSpPr>
          <p:cNvPr id="13" name="b4-t-385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exponent −iEt/ħ is imaginary: no mode grows or decays, each only rotates. e^(−iHt/ħ) is unitary.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386"/>
          <p:cNvSpPr txBox="1"/>
          <p:nvPr/>
        </p:nvSpPr>
        <p:spPr>
          <a:xfrm>
            <a:off x="0" y="30632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Quantum chemistry: Hückel orbitals of butadiene</a:t>
            </a:r>
            <a:endParaRPr lang="en-US" sz="2800" dirty="0"/>
          </a:p>
        </p:txBody>
      </p:sp>
      <p:sp>
        <p:nvSpPr>
          <p:cNvPr id="3" name="t-387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Applications</a:t>
            </a:r>
            <a:endParaRPr lang="en-US" sz="1000" dirty="0"/>
          </a:p>
        </p:txBody>
      </p:sp>
      <p:sp>
        <p:nvSpPr>
          <p:cNvPr id="4" name="t-388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26</a:t>
            </a:r>
            <a:endParaRPr lang="en-US" sz="1000" dirty="0"/>
          </a:p>
        </p:txBody>
      </p:sp>
      <p:pic>
        <p:nvPicPr>
          <p:cNvPr id="5" name="eq-389" descr="H=\alpha I+\beta\begin{bmatrix}0&amp;1&amp;0&amp;0\\1&amp;0&amp;1&amp;0\\0&amp;1&amp;0&amp;1\\0&amp;0&amp;1&amp;0\end{b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80160"/>
            <a:ext cx="2368296" cy="1003554"/>
          </a:xfrm>
          <a:prstGeom prst="rect">
            <a:avLst/>
          </a:prstGeom>
        </p:spPr>
      </p:pic>
      <p:sp>
        <p:nvSpPr>
          <p:cNvPr id="6" name="t-390"/>
          <p:cNvSpPr txBox="1"/>
          <p:nvPr/>
        </p:nvSpPr>
        <p:spPr>
          <a:xfrm>
            <a:off x="3200400" y="1325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π electrons hop between bonded carbons (β &lt; 0 per bond, α on each site). The bond matrix is 2I − K₄, so its eigenvectors are K₄'s: sampled sines.</a:t>
            </a:r>
            <a:endParaRPr lang="en-US" sz="1300" dirty="0"/>
          </a:p>
        </p:txBody>
      </p:sp>
      <p:pic>
        <p:nvPicPr>
          <p:cNvPr id="7" name="b1-eq-391" descr="E_k=\alpha+2\beta\cos\frac{k\pi}{5}=\alpha\pm1.618 \beta,\ \ \alpha\pm0.618 \b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468880"/>
            <a:ext cx="4830318" cy="498348"/>
          </a:xfrm>
          <a:prstGeom prst="rect">
            <a:avLst/>
          </a:prstGeom>
        </p:spPr>
      </p:pic>
      <p:pic>
        <p:nvPicPr>
          <p:cNvPr id="8" name="b2-img-392" descr="Hueckel levels and orbitals of butadie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17520"/>
            <a:ext cx="4534510" cy="2784348"/>
          </a:xfrm>
          <a:prstGeom prst="rect">
            <a:avLst/>
          </a:prstGeom>
        </p:spPr>
      </p:pic>
      <p:graphicFrame>
        <p:nvGraphicFramePr>
          <p:cNvPr id="9" name="b3-chart-393"/>
          <p:cNvGraphicFramePr/>
          <p:nvPr>
            <p:extLst>
              <p:ext uri="{D42A27DB-BD31-4B8C-83A1-F6EECF244321}">
                <p14:modId xmlns:p14="http://schemas.microsoft.com/office/powerpoint/2010/main" val="3264406999"/>
              </p:ext>
            </p:extLst>
          </p:nvPr>
        </p:nvGraphicFramePr>
        <p:xfrm>
          <a:off x="6400800" y="1234440"/>
          <a:ext cx="5184648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" name="b3-eq-394" descr="\Delta E_N=4|\beta|\sin\frac{\pi}{2(N+1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343400"/>
            <a:ext cx="2375154" cy="502920"/>
          </a:xfrm>
          <a:prstGeom prst="rect">
            <a:avLst/>
          </a:prstGeom>
        </p:spPr>
      </p:pic>
      <p:sp>
        <p:nvSpPr>
          <p:cNvPr id="11" name="b3-t-395"/>
          <p:cNvSpPr txBox="1"/>
          <p:nvPr/>
        </p:nvSpPr>
        <p:spPr>
          <a:xfrm>
            <a:off x="8915400" y="434340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(N even) shrinks as the chain grows</a:t>
            </a:r>
            <a:endParaRPr lang="en-US" sz="1300" dirty="0"/>
          </a:p>
        </p:txBody>
      </p:sp>
      <p:sp>
        <p:nvSpPr>
          <p:cNvPr id="12" name="b4-t-396"/>
          <p:cNvSpPr txBox="1"/>
          <p:nvPr/>
        </p:nvSpPr>
        <p:spPr>
          <a:xfrm>
            <a:off x="6400800" y="4937760"/>
            <a:ext cx="5184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Longer chains absorb longer wavelengths: β-carotene absorbs blue, so carrots look orange. A single fixed β overshoots the shift; real chains alternate bond lengths.</a:t>
            </a:r>
            <a:endParaRPr lang="en-US" sz="1300" dirty="0"/>
          </a:p>
        </p:txBody>
      </p:sp>
      <p:pic>
        <p:nvPicPr>
          <p:cNvPr id="13" name="Picture 12" descr="Full structural formula of 1,3-butadiene">
            <a:extLst>
              <a:ext uri="{FF2B5EF4-FFF2-40B4-BE49-F238E27FC236}">
                <a16:creationId xmlns:a16="http://schemas.microsoft.com/office/drawing/2014/main" id="{79D43F35-A7AA-F799-32E3-DDF76D651D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9854" y="-21529"/>
            <a:ext cx="2142146" cy="1392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397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Quantum chemistry: benzene's repeated eigenvalue</a:t>
            </a:r>
            <a:endParaRPr lang="en-US" sz="2800" dirty="0"/>
          </a:p>
        </p:txBody>
      </p:sp>
      <p:sp>
        <p:nvSpPr>
          <p:cNvPr id="3" name="t-398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Applications</a:t>
            </a:r>
            <a:endParaRPr lang="en-US" sz="1000" dirty="0"/>
          </a:p>
        </p:txBody>
      </p:sp>
      <p:sp>
        <p:nvSpPr>
          <p:cNvPr id="4" name="t-399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27</a:t>
            </a:r>
            <a:endParaRPr lang="en-US" sz="1000" dirty="0"/>
          </a:p>
        </p:txBody>
      </p:sp>
      <p:pic>
        <p:nvPicPr>
          <p:cNvPr id="5" name="eq-400" descr="H=\alpha I+\beta\begin{bmatrix}0&amp;1&amp;&amp;&amp;&amp;1\\1&amp;0&amp;1&amp;&amp;&amp;\\&amp;1&amp;0&amp;1&amp;&amp;\\&amp;&amp;1&amp;0&amp;1&amp;\\&amp;&amp;&amp;1&amp;0&amp;1\\1&amp;&amp;&amp;&amp;1&amp;0\end{b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34440"/>
            <a:ext cx="2649474" cy="1314450"/>
          </a:xfrm>
          <a:prstGeom prst="rect">
            <a:avLst/>
          </a:prstGeom>
        </p:spPr>
      </p:pic>
      <p:pic>
        <p:nvPicPr>
          <p:cNvPr id="6" name="eq-401" descr="v_k(j)=\frac{1}{\sqrt6} e^{2\pi ijk/6}, E_k=\alpha+2\beta\cos\frac{2\pi k}{6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71600"/>
            <a:ext cx="4361688" cy="550926"/>
          </a:xfrm>
          <a:prstGeom prst="rect">
            <a:avLst/>
          </a:prstGeom>
        </p:spPr>
      </p:pic>
      <p:sp>
        <p:nvSpPr>
          <p:cNvPr id="7" name="t-402"/>
          <p:cNvSpPr txBox="1"/>
          <p:nvPr/>
        </p:nvSpPr>
        <p:spPr>
          <a:xfrm>
            <a:off x="3520440" y="2011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ring: the eigenvectors are discrete Fourier modes (roots of unity, PS0 Part VIII), orthonormal under † since they are complex.</a:t>
            </a:r>
            <a:endParaRPr lang="en-US" sz="1300" dirty="0"/>
          </a:p>
        </p:txBody>
      </p:sp>
      <p:pic>
        <p:nvPicPr>
          <p:cNvPr id="8" name="img-403" descr="Frost circle for benze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143000"/>
            <a:ext cx="3785616" cy="2962656"/>
          </a:xfrm>
          <a:prstGeom prst="rect">
            <a:avLst/>
          </a:prstGeom>
        </p:spPr>
      </p:pic>
      <p:sp>
        <p:nvSpPr>
          <p:cNvPr id="9" name="b1-box-404"/>
          <p:cNvSpPr/>
          <p:nvPr/>
        </p:nvSpPr>
        <p:spPr>
          <a:xfrm>
            <a:off x="612648" y="2788920"/>
            <a:ext cx="7178040" cy="1234440"/>
          </a:xfrm>
          <a:prstGeom prst="roundRect">
            <a:avLst>
              <a:gd name="adj" fmla="val 5926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1-t-405"/>
          <p:cNvSpPr txBox="1"/>
          <p:nvPr/>
        </p:nvSpPr>
        <p:spPr>
          <a:xfrm>
            <a:off x="841248" y="2916936"/>
            <a:ext cx="6720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REPEATED CASE</a:t>
            </a:r>
            <a:endParaRPr lang="en-US" sz="1100" dirty="0"/>
          </a:p>
        </p:txBody>
      </p:sp>
      <p:sp>
        <p:nvSpPr>
          <p:cNvPr id="11" name="b1-t-406"/>
          <p:cNvSpPr txBox="1"/>
          <p:nvPr/>
        </p:nvSpPr>
        <p:spPr>
          <a:xfrm>
            <a:off x="841248" y="310896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α ± β each appear twice (k and 6 − k give the same cosine). Complex running waves or real cos/sin standing waves: both are orthonormal bases of the same plane.</a:t>
            </a:r>
            <a:endParaRPr lang="en-US" sz="1400" dirty="0"/>
          </a:p>
        </p:txBody>
      </p:sp>
      <p:pic>
        <p:nvPicPr>
          <p:cNvPr id="12" name="b2-eq-407" descr="E_\pi=2(\alpha+2\beta)+4(\alpha+\beta)=6\alpha+8\beta {vs} 3\times2(\alpha+\beta)=6\alpha+6\be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224528"/>
            <a:ext cx="6821424" cy="244602"/>
          </a:xfrm>
          <a:prstGeom prst="rect">
            <a:avLst/>
          </a:prstGeom>
        </p:spPr>
      </p:pic>
      <p:sp>
        <p:nvSpPr>
          <p:cNvPr id="13" name="b2-t-408"/>
          <p:cNvSpPr txBox="1"/>
          <p:nvPr/>
        </p:nvSpPr>
        <p:spPr>
          <a:xfrm>
            <a:off x="612648" y="45720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 delocalisation lowers the π energy by 2|β| (the change 2β is negative).</a:t>
            </a:r>
            <a:endParaRPr lang="en-US" sz="1400" dirty="0"/>
          </a:p>
        </p:txBody>
      </p:sp>
      <p:sp>
        <p:nvSpPr>
          <p:cNvPr id="14" name="b3-t-409"/>
          <p:cNvSpPr txBox="1"/>
          <p:nvPr/>
        </p:nvSpPr>
        <p:spPr>
          <a:xfrm>
            <a:off x="612648" y="502920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Measured: three cyclohexene double bonds would release 3 × 120 = 360 kJ/mol on hydrogenation; benzene releases 208.</a:t>
            </a:r>
            <a:endParaRPr lang="en-US" sz="1400" dirty="0"/>
          </a:p>
        </p:txBody>
      </p:sp>
      <p:sp>
        <p:nvSpPr>
          <p:cNvPr id="15" name="b3-t-410"/>
          <p:cNvSpPr txBox="1"/>
          <p:nvPr/>
        </p:nvSpPr>
        <p:spPr>
          <a:xfrm>
            <a:off x="8092440" y="4343400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152 kJ/mol</a:t>
            </a:r>
            <a:endParaRPr lang="en-US" sz="3400" dirty="0"/>
          </a:p>
        </p:txBody>
      </p:sp>
      <p:sp>
        <p:nvSpPr>
          <p:cNvPr id="16" name="b3-t-411"/>
          <p:cNvSpPr txBox="1"/>
          <p:nvPr/>
        </p:nvSpPr>
        <p:spPr>
          <a:xfrm>
            <a:off x="8092440" y="4983480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extra stability of benzene = 2|β|, so |β| ≈ 76 kJ/mol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412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same three arrows every time</a:t>
            </a:r>
            <a:endParaRPr lang="en-US" sz="2800" dirty="0"/>
          </a:p>
        </p:txBody>
      </p:sp>
      <p:sp>
        <p:nvSpPr>
          <p:cNvPr id="3" name="t-413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Applications</a:t>
            </a:r>
            <a:endParaRPr lang="en-US" sz="1000" dirty="0"/>
          </a:p>
        </p:txBody>
      </p:sp>
      <p:sp>
        <p:nvSpPr>
          <p:cNvPr id="4" name="t-414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-4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71600"/>
          <a:ext cx="10972800" cy="3401568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System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Symmetric matrix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Eigenvalue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Eigenvector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Then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Two blocks cooling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−K₂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−(decay rate)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average, difference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decays as e^(λt)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Coupled pendula, CO₂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M^(−½) K M^(−½)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ω²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normal mode (via M^(−½))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oscillates, cos ωt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Beaded string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Kₙ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∝ ω²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standing wave (sine)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oscillates, cos ωt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Ammonia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energy E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stationary state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phase e^(−iEt/ħ)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Butadiene, benzene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αI + β·(bond matrix)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orbital energy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molecular orbital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fill with electrons</a:t>
                      </a:r>
                      <a:endParaRPr lang="en-US" sz="15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109728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box-416"/>
          <p:cNvSpPr/>
          <p:nvPr/>
        </p:nvSpPr>
        <p:spPr>
          <a:xfrm>
            <a:off x="612648" y="49377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AF0F5"/>
          </a:solidFill>
          <a:ln w="6350">
            <a:solidFill>
              <a:srgbClr val="EA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-417"/>
          <p:cNvSpPr txBox="1"/>
          <p:nvPr/>
        </p:nvSpPr>
        <p:spPr>
          <a:xfrm>
            <a:off x="886968" y="4937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Into the eigenbasis, act on each eigenvalue separately, back out.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418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More examples: optics, EM, circuits, waves</a:t>
            </a:r>
            <a:endParaRPr lang="en-US" sz="2800" dirty="0"/>
          </a:p>
        </p:txBody>
      </p:sp>
      <p:sp>
        <p:nvSpPr>
          <p:cNvPr id="3" name="t-419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420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card-421"/>
          <p:cNvSpPr/>
          <p:nvPr/>
        </p:nvSpPr>
        <p:spPr>
          <a:xfrm>
            <a:off x="612648" y="1325880"/>
            <a:ext cx="5326380" cy="182880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conbg-422"/>
          <p:cNvSpPr/>
          <p:nvPr/>
        </p:nvSpPr>
        <p:spPr>
          <a:xfrm>
            <a:off x="886968" y="1600200"/>
            <a:ext cx="685800" cy="6858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Opt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728216"/>
            <a:ext cx="429768" cy="429768"/>
          </a:xfrm>
          <a:prstGeom prst="rect">
            <a:avLst/>
          </a:prstGeom>
        </p:spPr>
      </p:pic>
      <p:sp>
        <p:nvSpPr>
          <p:cNvPr id="8" name="t-423"/>
          <p:cNvSpPr txBox="1"/>
          <p:nvPr/>
        </p:nvSpPr>
        <p:spPr>
          <a:xfrm>
            <a:off x="1801368" y="1554480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Optics</a:t>
            </a:r>
            <a:endParaRPr lang="en-US" sz="1800" dirty="0"/>
          </a:p>
        </p:txBody>
      </p:sp>
      <p:sp>
        <p:nvSpPr>
          <p:cNvPr id="9" name="t-424"/>
          <p:cNvSpPr txBox="1"/>
          <p:nvPr/>
        </p:nvSpPr>
        <p:spPr>
          <a:xfrm>
            <a:off x="1801368" y="1984248"/>
            <a:ext cx="3954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Ray (ABCD) matrices; the paraxial Schrödinger equation</a:t>
            </a:r>
            <a:endParaRPr lang="en-US" sz="1400" dirty="0"/>
          </a:p>
        </p:txBody>
      </p:sp>
      <p:sp>
        <p:nvSpPr>
          <p:cNvPr id="10" name="t-425"/>
          <p:cNvSpPr txBox="1"/>
          <p:nvPr/>
        </p:nvSpPr>
        <p:spPr>
          <a:xfrm>
            <a:off x="1801368" y="2606040"/>
            <a:ext cx="3954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powers of a 2 × 2 matrix; GRIN modes and e^(−iHz)</a:t>
            </a:r>
            <a:endParaRPr lang="en-US" sz="1300" dirty="0"/>
          </a:p>
        </p:txBody>
      </p:sp>
      <p:sp>
        <p:nvSpPr>
          <p:cNvPr id="11" name="card-426"/>
          <p:cNvSpPr/>
          <p:nvPr/>
        </p:nvSpPr>
        <p:spPr>
          <a:xfrm>
            <a:off x="6259068" y="1325880"/>
            <a:ext cx="5326380" cy="182880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conbg-427"/>
          <p:cNvSpPr/>
          <p:nvPr/>
        </p:nvSpPr>
        <p:spPr>
          <a:xfrm>
            <a:off x="6533388" y="1600200"/>
            <a:ext cx="685800" cy="6858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Electromagnetis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1728216"/>
            <a:ext cx="429768" cy="429768"/>
          </a:xfrm>
          <a:prstGeom prst="rect">
            <a:avLst/>
          </a:prstGeom>
        </p:spPr>
      </p:pic>
      <p:sp>
        <p:nvSpPr>
          <p:cNvPr id="14" name="t-428"/>
          <p:cNvSpPr txBox="1"/>
          <p:nvPr/>
        </p:nvSpPr>
        <p:spPr>
          <a:xfrm>
            <a:off x="7447788" y="1554480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Electromagnetism</a:t>
            </a:r>
            <a:endParaRPr lang="en-US" sz="1800" dirty="0"/>
          </a:p>
        </p:txBody>
      </p:sp>
      <p:sp>
        <p:nvSpPr>
          <p:cNvPr id="15" name="t-429"/>
          <p:cNvSpPr txBox="1"/>
          <p:nvPr/>
        </p:nvSpPr>
        <p:spPr>
          <a:xfrm>
            <a:off x="7447788" y="1984248"/>
            <a:ext cx="3954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Waveguide cutoffs and ring antenna arrays</a:t>
            </a:r>
            <a:endParaRPr lang="en-US" sz="1400" dirty="0"/>
          </a:p>
        </p:txBody>
      </p:sp>
      <p:sp>
        <p:nvSpPr>
          <p:cNvPr id="16" name="t-430"/>
          <p:cNvSpPr txBox="1"/>
          <p:nvPr/>
        </p:nvSpPr>
        <p:spPr>
          <a:xfrm>
            <a:off x="7447788" y="2606040"/>
            <a:ext cx="3954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 and B in two dimensions; circulant coupling</a:t>
            </a:r>
            <a:endParaRPr lang="en-US" sz="1300" dirty="0"/>
          </a:p>
        </p:txBody>
      </p:sp>
      <p:sp>
        <p:nvSpPr>
          <p:cNvPr id="17" name="card-431"/>
          <p:cNvSpPr/>
          <p:nvPr/>
        </p:nvSpPr>
        <p:spPr>
          <a:xfrm>
            <a:off x="612648" y="3429000"/>
            <a:ext cx="5326380" cy="182880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iconbg-432"/>
          <p:cNvSpPr/>
          <p:nvPr/>
        </p:nvSpPr>
        <p:spPr>
          <a:xfrm>
            <a:off x="886968" y="3703320"/>
            <a:ext cx="685800" cy="6858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Circui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831336"/>
            <a:ext cx="429768" cy="429768"/>
          </a:xfrm>
          <a:prstGeom prst="rect">
            <a:avLst/>
          </a:prstGeom>
        </p:spPr>
      </p:pic>
      <p:sp>
        <p:nvSpPr>
          <p:cNvPr id="20" name="t-433"/>
          <p:cNvSpPr txBox="1"/>
          <p:nvPr/>
        </p:nvSpPr>
        <p:spPr>
          <a:xfrm>
            <a:off x="1801368" y="3657600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Circuits</a:t>
            </a:r>
            <a:endParaRPr lang="en-US" sz="1800" dirty="0"/>
          </a:p>
        </p:txBody>
      </p:sp>
      <p:sp>
        <p:nvSpPr>
          <p:cNvPr id="21" name="t-434"/>
          <p:cNvSpPr txBox="1"/>
          <p:nvPr/>
        </p:nvSpPr>
        <p:spPr>
          <a:xfrm>
            <a:off x="1801368" y="4087368"/>
            <a:ext cx="3954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An RC line, coupled LC resonators</a:t>
            </a:r>
            <a:endParaRPr lang="en-US" sz="1400" dirty="0"/>
          </a:p>
        </p:txBody>
      </p:sp>
      <p:sp>
        <p:nvSpPr>
          <p:cNvPr id="22" name="t-435"/>
          <p:cNvSpPr txBox="1"/>
          <p:nvPr/>
        </p:nvSpPr>
        <p:spPr>
          <a:xfrm>
            <a:off x="1801368" y="4709160"/>
            <a:ext cx="3954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time constants from T; mode splitting</a:t>
            </a:r>
            <a:endParaRPr lang="en-US" sz="1300" dirty="0"/>
          </a:p>
        </p:txBody>
      </p:sp>
      <p:sp>
        <p:nvSpPr>
          <p:cNvPr id="23" name="card-436"/>
          <p:cNvSpPr/>
          <p:nvPr/>
        </p:nvSpPr>
        <p:spPr>
          <a:xfrm>
            <a:off x="6259068" y="3429000"/>
            <a:ext cx="5326380" cy="182880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conbg-437"/>
          <p:cNvSpPr/>
          <p:nvPr/>
        </p:nvSpPr>
        <p:spPr>
          <a:xfrm>
            <a:off x="6533388" y="3703320"/>
            <a:ext cx="685800" cy="6858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Waves and nonlinear optic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404" y="3831336"/>
            <a:ext cx="429768" cy="429768"/>
          </a:xfrm>
          <a:prstGeom prst="rect">
            <a:avLst/>
          </a:prstGeom>
        </p:spPr>
      </p:pic>
      <p:sp>
        <p:nvSpPr>
          <p:cNvPr id="26" name="t-438"/>
          <p:cNvSpPr txBox="1"/>
          <p:nvPr/>
        </p:nvSpPr>
        <p:spPr>
          <a:xfrm>
            <a:off x="7447788" y="3657600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Waves and nonlinear optics</a:t>
            </a:r>
            <a:endParaRPr lang="en-US" sz="1800" dirty="0"/>
          </a:p>
        </p:txBody>
      </p:sp>
      <p:sp>
        <p:nvSpPr>
          <p:cNvPr id="27" name="t-439"/>
          <p:cNvSpPr txBox="1"/>
          <p:nvPr/>
        </p:nvSpPr>
        <p:spPr>
          <a:xfrm>
            <a:off x="7447788" y="4087368"/>
            <a:ext cx="3954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Seiches, the inverted oscillator, parametric gain</a:t>
            </a:r>
            <a:endParaRPr lang="en-US" sz="1400" dirty="0"/>
          </a:p>
        </p:txBody>
      </p:sp>
      <p:sp>
        <p:nvSpPr>
          <p:cNvPr id="28" name="t-440"/>
          <p:cNvSpPr txBox="1"/>
          <p:nvPr/>
        </p:nvSpPr>
        <p:spPr>
          <a:xfrm>
            <a:off x="7447788" y="4709160"/>
            <a:ext cx="3954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AᵀCA with depth; σₓ with and without i</a:t>
            </a:r>
            <a:endParaRPr lang="en-US" sz="1300" dirty="0"/>
          </a:p>
        </p:txBody>
      </p:sp>
      <p:sp>
        <p:nvSpPr>
          <p:cNvPr id="29" name="t-441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Each one is today's move: diagonalise, act on each eigenvalue, recombine.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442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Optics: ray matrices, powers and stability</a:t>
            </a:r>
            <a:endParaRPr lang="en-US" sz="2800" dirty="0"/>
          </a:p>
        </p:txBody>
      </p:sp>
      <p:sp>
        <p:nvSpPr>
          <p:cNvPr id="3" name="t-443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444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</a:t>
            </a:r>
            <a:endParaRPr lang="en-US" sz="1000" dirty="0"/>
          </a:p>
        </p:txBody>
      </p:sp>
      <p:pic>
        <p:nvPicPr>
          <p:cNvPr id="5" name="eq-445" descr="M=\underbrace{\begin{bmatrix}1&amp;0\\-1/f&amp;1\end{bmatrix}}_{ {lens}}\underbrace{\begin{bmatrix}1&amp;d\\0&amp;1\end{bmatrix}}_{ {gap}}=\begin{bmatrix}1&amp;d\\-1/f&amp;1-d/f\end{bmatrix}, \det M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34440"/>
            <a:ext cx="5589956" cy="877367"/>
          </a:xfrm>
          <a:prstGeom prst="rect">
            <a:avLst/>
          </a:prstGeom>
        </p:spPr>
      </p:pic>
      <p:sp>
        <p:nvSpPr>
          <p:cNvPr id="6" name="t-446"/>
          <p:cNvSpPr txBox="1"/>
          <p:nvPr/>
        </p:nvSpPr>
        <p:spPr>
          <a:xfrm>
            <a:off x="6492240" y="1417320"/>
            <a:ext cx="5093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periodic lens waveguide: gap d, then a thin lens f, repeated.</a:t>
            </a:r>
            <a:endParaRPr lang="en-US" sz="1400" dirty="0"/>
          </a:p>
        </p:txBody>
      </p:sp>
      <p:pic>
        <p:nvPicPr>
          <p:cNvPr id="7" name="b1-eq-447" descr="\lambda^2-(A+D) \lambda+1=0: \lambda_\pm=e^{\pm i\theta},\ \ \cos\theta=\tfrac12(A+D) {when }|A+D|\le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286000"/>
            <a:ext cx="7628382" cy="329184"/>
          </a:xfrm>
          <a:prstGeom prst="rect">
            <a:avLst/>
          </a:prstGeom>
        </p:spPr>
      </p:pic>
      <p:sp>
        <p:nvSpPr>
          <p:cNvPr id="8" name="b1-t-448"/>
          <p:cNvSpPr txBox="1"/>
          <p:nvPr/>
        </p:nvSpPr>
        <p:spPr>
          <a:xfrm>
            <a:off x="612648" y="2697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31F3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 is not symmetric: its eigenvalues can be complex (here on the unit circle), like the rotation on slide 13.</a:t>
            </a:r>
            <a:endParaRPr lang="en-US" sz="1400" dirty="0"/>
          </a:p>
        </p:txBody>
      </p:sp>
      <p:pic>
        <p:nvPicPr>
          <p:cNvPr id="9" name="b2-eq-449" descr="\begin{bmatrix}y_N\\y'_N\end{bmatrix}= M^N\begin{bmatrix}y_0\\y'_0\end{bmatrix}= VΛ^N V^{-1}\begin{bmatrix}y_0\\y'_0\end{bmatrix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154680"/>
            <a:ext cx="3216402" cy="555498"/>
          </a:xfrm>
          <a:prstGeom prst="rect">
            <a:avLst/>
          </a:prstGeom>
        </p:spPr>
      </p:pic>
      <p:sp>
        <p:nvSpPr>
          <p:cNvPr id="10" name="b2-t-450"/>
          <p:cNvSpPr txBox="1"/>
          <p:nvPr/>
        </p:nvSpPr>
        <p:spPr>
          <a:xfrm>
            <a:off x="397764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ray after N cells: raise the eigenvalues to the power N</a:t>
            </a:r>
            <a:endParaRPr lang="en-US" sz="1300" dirty="0"/>
          </a:p>
        </p:txBody>
      </p:sp>
      <p:pic>
        <p:nvPicPr>
          <p:cNvPr id="11" name="b3-eq-451" descr="f=d=100\ {mm}:\ \ \cos\theta=\tfrac12,\ \theta=60^\circ\ \Rightarrow\ M^3=- I,\ \ M^6= 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977640"/>
            <a:ext cx="6035040" cy="324612"/>
          </a:xfrm>
          <a:prstGeom prst="rect">
            <a:avLst/>
          </a:prstGeom>
        </p:spPr>
      </p:pic>
      <p:pic>
        <p:nvPicPr>
          <p:cNvPr id="12" name="b3-eq-452" descr="d=420\ {mm}:\ \ \tfrac12(A+D)=-1.1\ \Rightarrow\ \lambda=-0.64,\ -1.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480560"/>
            <a:ext cx="5662422" cy="308610"/>
          </a:xfrm>
          <a:prstGeom prst="rect">
            <a:avLst/>
          </a:prstGeom>
        </p:spPr>
      </p:pic>
      <p:sp>
        <p:nvSpPr>
          <p:cNvPr id="13" name="b3-t-453"/>
          <p:cNvSpPr txBox="1"/>
          <p:nvPr/>
        </p:nvSpPr>
        <p:spPr>
          <a:xfrm>
            <a:off x="612648" y="4892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|λ| = 1.56 &gt; 1: the ray grows by about 1.56 per lens</a:t>
            </a:r>
            <a:endParaRPr lang="en-US" sz="1300" dirty="0"/>
          </a:p>
        </p:txBody>
      </p:sp>
      <p:pic>
        <p:nvPicPr>
          <p:cNvPr id="14" name="b3-img-454" descr="Rays through a stable and an unstable lens waveguid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3017520"/>
            <a:ext cx="3840480" cy="2788920"/>
          </a:xfrm>
          <a:prstGeom prst="rect">
            <a:avLst/>
          </a:prstGeom>
        </p:spPr>
      </p:pic>
      <p:sp>
        <p:nvSpPr>
          <p:cNvPr id="15" name="b4-t-455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Bounded for 0 &lt; d &lt; 4f (f &gt; 0). Two-mirror laser cavity, same trace test: 0 &lt; g₁g₂ &lt; 1 with gᵢ = 1 − L/Rᵢ.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456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Optics: the paraxial Schrödinger equation</a:t>
            </a:r>
            <a:endParaRPr lang="en-US" sz="2800" dirty="0"/>
          </a:p>
        </p:txBody>
      </p:sp>
      <p:sp>
        <p:nvSpPr>
          <p:cNvPr id="3" name="t-457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458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31</a:t>
            </a:r>
            <a:endParaRPr lang="en-US" sz="1000" dirty="0"/>
          </a:p>
        </p:txBody>
      </p:sp>
      <p:pic>
        <p:nvPicPr>
          <p:cNvPr id="5" name="eq-459" descr="n(x)=n_0\Bigl(1-\tfrac12g^2x^2\Bigr): i \frac{\partial\psi}{\partial z}=-\frac{1}{2k} \frac{\partial^2\psi}{\partial x^2}+\frac{k g^2x^2}{2} \ps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34440"/>
            <a:ext cx="5493258" cy="525780"/>
          </a:xfrm>
          <a:prstGeom prst="rect">
            <a:avLst/>
          </a:prstGeom>
        </p:spPr>
      </p:pic>
      <p:sp>
        <p:nvSpPr>
          <p:cNvPr id="6" name="t-460"/>
          <p:cNvSpPr txBox="1"/>
          <p:nvPr/>
        </p:nvSpPr>
        <p:spPr>
          <a:xfrm>
            <a:off x="6400800" y="1325880"/>
            <a:ext cx="5184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graded-index (GRIN) medium; x across the beam, z along it, k = n₀k₀</a:t>
            </a:r>
            <a:endParaRPr lang="en-US" sz="1400" dirty="0"/>
          </a:p>
        </p:txBody>
      </p:sp>
      <p:pic>
        <p:nvPicPr>
          <p:cNvPr id="7" name="b1-eq-461" descr="{on a grid: }\ H=\frac{1}{2k h^2} K+ {diag}\Bigl(\frac{k g^2x_j^2}{2}\Bigr)= H^T \Rightarrow ψ(z)= V e^{-iΛ z} V^T ψ(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920240"/>
            <a:ext cx="7171182" cy="537210"/>
          </a:xfrm>
          <a:prstGeom prst="rect">
            <a:avLst/>
          </a:prstGeom>
        </p:spPr>
      </p:pic>
      <p:pic>
        <p:nvPicPr>
          <p:cNvPr id="8" name="b2-eq-462" descr="{eigenvalues of } H:\ \beta_m=g \bigl(m+\tfrac12\bigr),\ \ {mode }m\propto e^{i(k-\beta_m)z}\ \Rightarrow\ {self-imaging every }z=2\pi/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606040"/>
            <a:ext cx="8190738" cy="285750"/>
          </a:xfrm>
          <a:prstGeom prst="rect">
            <a:avLst/>
          </a:prstGeom>
        </p:spPr>
      </p:pic>
      <p:pic>
        <p:nvPicPr>
          <p:cNvPr id="9" name="b3-img-463" descr="Intensity of an off-axis Gaussian beam oscillating in a GRIN medium, with the ray overlai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017520"/>
            <a:ext cx="5669280" cy="2468880"/>
          </a:xfrm>
          <a:prstGeom prst="rect">
            <a:avLst/>
          </a:prstGeom>
        </p:spPr>
      </p:pic>
      <p:pic>
        <p:nvPicPr>
          <p:cNvPr id="10" name="b3-eq-464" descr="{ray: }\begin{bmatrix}x\\x'\end{bmatrix}_{ z}=\begin{bmatrix}\cos gz&amp;\sin(gz)/g\\-g\sin gz&amp;\cos gz\end{bmatrix}\begin{bmatrix}x\\x'\end{bmatrix}_{ 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108960"/>
            <a:ext cx="3851910" cy="534924"/>
          </a:xfrm>
          <a:prstGeom prst="rect">
            <a:avLst/>
          </a:prstGeom>
        </p:spPr>
      </p:pic>
      <p:sp>
        <p:nvSpPr>
          <p:cNvPr id="11" name="b3-t-465"/>
          <p:cNvSpPr txBox="1"/>
          <p:nvPr/>
        </p:nvSpPr>
        <p:spPr>
          <a:xfrm>
            <a:off x="6583680" y="3794760"/>
            <a:ext cx="5001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λ₀ = 1.064 µm, n₀ = 1.5, 2π/g = 18.85 mm; ground-mode waist 26 µm; input shifted by 60 µm. On an 800-point grid, the eigenvalues of H over g are 0.500, 1.500, 2.500, 3.499.</a:t>
            </a:r>
            <a:endParaRPr lang="en-US" sz="1300" dirty="0"/>
          </a:p>
        </p:txBody>
      </p:sp>
      <p:sp>
        <p:nvSpPr>
          <p:cNvPr id="12" name="b4-t-466"/>
          <p:cNvSpPr txBox="1"/>
          <p:nvPr/>
        </p:nvSpPr>
        <p:spPr>
          <a:xfrm>
            <a:off x="6583680" y="4937760"/>
            <a:ext cx="5001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Quarter-pitch GRIN rod lenses collimate the light leaving optical fibres.</a:t>
            </a:r>
            <a:endParaRPr lang="en-US" sz="1300" dirty="0"/>
          </a:p>
        </p:txBody>
      </p:sp>
      <p:sp>
        <p:nvSpPr>
          <p:cNvPr id="13" name="b4-t-467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beam's centroid follows the ray exactly, because H is quadratic (Ehrenfest's theorem).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468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EM: waveguide modes are eigenvectors of K and B</a:t>
            </a:r>
            <a:endParaRPr lang="en-US" sz="2800" dirty="0"/>
          </a:p>
        </p:txBody>
      </p:sp>
      <p:sp>
        <p:nvSpPr>
          <p:cNvPr id="3" name="t-469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470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-471"/>
          <p:cNvSpPr txBox="1"/>
          <p:nvPr/>
        </p:nvSpPr>
        <p:spPr>
          <a:xfrm>
            <a:off x="612648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hollow metal pipe, cross-section a × b. TM modes: E_z = 0 on the walls, so the grid matrix is K (fixed). TE modes: ∂H_z/∂n = 0, so it is B (free).</a:t>
            </a:r>
            <a:endParaRPr lang="en-US" sz="1500" dirty="0"/>
          </a:p>
        </p:txBody>
      </p:sp>
      <p:pic>
        <p:nvPicPr>
          <p:cNvPr id="6" name="eq-472" descr="-\nabla_\perp^2 u=k_c^2 u \Rightarrow {TE: }\Bigl(\tfrac{1}{h_x^2} B_x\otimes I+ I\otimes\tfrac{1}{h_y^2} B_y\Bigr) u=k_c^2 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11680"/>
            <a:ext cx="5554980" cy="429768"/>
          </a:xfrm>
          <a:prstGeom prst="rect">
            <a:avLst/>
          </a:prstGeom>
        </p:spPr>
      </p:pic>
      <p:pic>
        <p:nvPicPr>
          <p:cNvPr id="7" name="b1-eq-473" descr="{eigenvectors } v_i\otimes w_j, {eigenvalues }\lambda_i+\mu_j, f_c=\frac{c k_c}{2\pi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651760"/>
            <a:ext cx="5811012" cy="500634"/>
          </a:xfrm>
          <a:prstGeom prst="rect">
            <a:avLst/>
          </a:prstGeom>
        </p:spPr>
      </p:pic>
      <p:sp>
        <p:nvSpPr>
          <p:cNvPr id="8" name="b1-t-474"/>
          <p:cNvSpPr txBox="1"/>
          <p:nvPr/>
        </p:nvSpPr>
        <p:spPr>
          <a:xfrm>
            <a:off x="6675120" y="2651760"/>
            <a:ext cx="4910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Kronecker sum: two-dimensional eigenvectors are products of one-dimensional ones (sines for K, cosines for B).</a:t>
            </a:r>
            <a:endParaRPr lang="en-US" sz="1300" dirty="0"/>
          </a:p>
        </p:txBody>
      </p:sp>
      <p:graphicFrame>
        <p:nvGraphicFramePr>
          <p:cNvPr id="33" name="table-4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3429000"/>
          <a:ext cx="5669280" cy="186537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WR-90 mode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exact (GHz)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grid 45 × 20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TE10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6.557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6.556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TE20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13.114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13.104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TE01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14.754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14.738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TE11 = TM11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16.145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16.131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TE30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19.671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19.635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b2-img-476" descr="H_z patterns of the TE10, TE20, TE01 and TE11 mod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401568"/>
            <a:ext cx="5029200" cy="1143000"/>
          </a:xfrm>
          <a:prstGeom prst="rect">
            <a:avLst/>
          </a:prstGeom>
        </p:spPr>
      </p:pic>
      <p:sp>
        <p:nvSpPr>
          <p:cNvPr id="11" name="b2-t-477"/>
          <p:cNvSpPr txBox="1"/>
          <p:nvPr/>
        </p:nvSpPr>
        <p:spPr>
          <a:xfrm>
            <a:off x="6556248" y="4617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H_z across the 22.86 × 10.16 mm guide. B is singular: its constant eigenvector would be a 'TE00' mode, which carries no wave.</a:t>
            </a:r>
            <a:endParaRPr lang="en-US" sz="1300" dirty="0"/>
          </a:p>
        </p:txBody>
      </p:sp>
      <p:sp>
        <p:nvSpPr>
          <p:cNvPr id="12" name="b3-t-478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WR-90 carries X band (8.2–12.4 GHz): above the TE10 cutoff, below TE20, so exactly one mode propagates.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479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EM: a ring of antennas and its Fourier modes</a:t>
            </a:r>
            <a:endParaRPr lang="en-US" sz="2800" dirty="0"/>
          </a:p>
        </p:txBody>
      </p:sp>
      <p:sp>
        <p:nvSpPr>
          <p:cNvPr id="3" name="t-480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481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33</a:t>
            </a:r>
            <a:endParaRPr lang="en-US" sz="1000" dirty="0"/>
          </a:p>
        </p:txBody>
      </p:sp>
      <p:pic>
        <p:nvPicPr>
          <p:cNvPr id="5" name="eq-482" descr="{rotational symmetry: }Z_{pq} { depends only on }p-q\ {(circulant)}, {reciprocity: } Z= Z^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25880"/>
            <a:ext cx="8316468" cy="290322"/>
          </a:xfrm>
          <a:prstGeom prst="rect">
            <a:avLst/>
          </a:prstGeom>
        </p:spPr>
      </p:pic>
      <p:pic>
        <p:nvPicPr>
          <p:cNvPr id="6" name="b1-eq-483" descr="v_m(p)=\frac{1}{\sqrt N} e^{2\pi i mp/N} {for every such } Z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828800"/>
            <a:ext cx="4112514" cy="541782"/>
          </a:xfrm>
          <a:prstGeom prst="rect">
            <a:avLst/>
          </a:prstGeom>
        </p:spPr>
      </p:pic>
      <p:sp>
        <p:nvSpPr>
          <p:cNvPr id="7" name="b1-t-484"/>
          <p:cNvSpPr txBox="1"/>
          <p:nvPr/>
        </p:nvSpPr>
        <p:spPr>
          <a:xfrm>
            <a:off x="4937760" y="192024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whatever the coupling values: the same algebra as benzene (slide 27)</a:t>
            </a:r>
            <a:endParaRPr lang="en-US" sz="1400" dirty="0"/>
          </a:p>
        </p:txBody>
      </p:sp>
      <p:pic>
        <p:nvPicPr>
          <p:cNvPr id="8" name="b1-img-485" descr="Phase of each element of an 8-element ring for modes m = 0, 1,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560320"/>
            <a:ext cx="5760720" cy="2011680"/>
          </a:xfrm>
          <a:prstGeom prst="rect">
            <a:avLst/>
          </a:prstGeom>
        </p:spPr>
      </p:pic>
      <p:sp>
        <p:nvSpPr>
          <p:cNvPr id="9" name="b3-t-486"/>
          <p:cNvSpPr txBox="1"/>
          <p:nvPr/>
        </p:nvSpPr>
        <p:spPr>
          <a:xfrm>
            <a:off x="6675120" y="2651760"/>
            <a:ext cx="4910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Arrows: the phase of each element. Driving the ring in mode m (|m| &lt; N/2) makes the far-field phase wind as e^(imφ): a beam carrying orbital angular momentum. Circular arrays driven this way are a common way to launch radio OAM beams.</a:t>
            </a:r>
            <a:endParaRPr lang="en-US" sz="1400" dirty="0"/>
          </a:p>
        </p:txBody>
      </p:sp>
      <p:sp>
        <p:nvSpPr>
          <p:cNvPr id="10" name="b3-t-487"/>
          <p:cNvSpPr txBox="1"/>
          <p:nvPr/>
        </p:nvSpPr>
        <p:spPr>
          <a:xfrm>
            <a:off x="6675120" y="4251960"/>
            <a:ext cx="4910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 and −m share an eigenvalue: another repeated eigenvalue, and another free choice of basis (running or standing waves).</a:t>
            </a:r>
            <a:endParaRPr lang="en-US" sz="1300" dirty="0"/>
          </a:p>
        </p:txBody>
      </p:sp>
      <p:pic>
        <p:nvPicPr>
          <p:cNvPr id="11" name="b2-eq-488" descr="\begin{bmatrix}5&amp;1&amp;0&amp;1\\1&amp;5&amp;1&amp;0\\0&amp;1&amp;5&amp;1\\1&amp;0&amp;1&amp;5\end{bmatrix}: {eigenvalues }7,\ 5,\ 5,\ 3 (m=0,\ \pm1,\ 2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754880"/>
            <a:ext cx="5504688" cy="946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489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Circuits: an RC line discharging</a:t>
            </a:r>
            <a:endParaRPr lang="en-US" sz="2800" dirty="0"/>
          </a:p>
        </p:txBody>
      </p:sp>
      <p:sp>
        <p:nvSpPr>
          <p:cNvPr id="3" name="t-490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491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34</a:t>
            </a:r>
            <a:endParaRPr lang="en-US" sz="1000" dirty="0"/>
          </a:p>
        </p:txBody>
      </p:sp>
      <p:pic>
        <p:nvPicPr>
          <p:cNvPr id="5" name="img-492" descr="RC ladder, grounded at the left, open at the 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34440"/>
            <a:ext cx="5038344" cy="1259586"/>
          </a:xfrm>
          <a:prstGeom prst="rect">
            <a:avLst/>
          </a:prstGeom>
        </p:spPr>
      </p:pic>
      <p:pic>
        <p:nvPicPr>
          <p:cNvPr id="6" name="eq-493" descr="C \frac{d v}{dt}=-\frac{1}{R} T v \Rightarrow v(t)= V e^{-Λ t/RC} V^T v(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651760"/>
            <a:ext cx="4588002" cy="498348"/>
          </a:xfrm>
          <a:prstGeom prst="rect">
            <a:avLst/>
          </a:prstGeom>
        </p:spPr>
      </p:pic>
      <p:pic>
        <p:nvPicPr>
          <p:cNvPr id="7" name="b1-eq-494" descr="\tau_k=\frac{RC}{\lambda_k( T)}, \lambda_k=4\sin^2\frac{(2k-1)\pi}{2(2n+1)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291840"/>
            <a:ext cx="3707892" cy="548640"/>
          </a:xfrm>
          <a:prstGeom prst="rect">
            <a:avLst/>
          </a:prstGeom>
        </p:spPr>
      </p:pic>
      <p:pic>
        <p:nvPicPr>
          <p:cNvPr id="8" name="b1-eq-495" descr="n=2:\ \ T=\begin{bmatrix}2&amp;-1\\-1&amp;1\end{bmatrix},\ \ \lambda=\tfrac{3\mp\sqrt5}{2}=0.382,\ 2.618\ \Rightarrow\ \tau=2.62 RC,\ 0.38 R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977640"/>
            <a:ext cx="7255764" cy="525780"/>
          </a:xfrm>
          <a:prstGeom prst="rect">
            <a:avLst/>
          </a:prstGeom>
        </p:spPr>
      </p:pic>
      <p:graphicFrame>
        <p:nvGraphicFramePr>
          <p:cNvPr id="9" name="b2-chart-496"/>
          <p:cNvGraphicFramePr/>
          <p:nvPr/>
        </p:nvGraphicFramePr>
        <p:xfrm>
          <a:off x="6309360" y="1234440"/>
          <a:ext cx="5276088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0" name="b3-eq-497" descr="\tau_1\approx\frac{(2n+1)^2}{\pi^2} RC\ \to\ 0.41 R_{ {tot}}C_{ {tot}}\ \propto\ ( {length})^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4663440"/>
            <a:ext cx="4917186" cy="528066"/>
          </a:xfrm>
          <a:prstGeom prst="rect">
            <a:avLst/>
          </a:prstGeom>
        </p:spPr>
      </p:pic>
      <p:sp>
        <p:nvSpPr>
          <p:cNvPr id="11" name="b3-t-498"/>
          <p:cNvSpPr txBox="1"/>
          <p:nvPr/>
        </p:nvSpPr>
        <p:spPr>
          <a:xfrm>
            <a:off x="5715000" y="4663440"/>
            <a:ext cx="5870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 = 10: τ₁ = 44.8 RC (the formula gives 44.7), τ₂ = 5.05 RC. After a few τ₂ only the slowest mode, a quarter sine, is left.</a:t>
            </a:r>
            <a:endParaRPr lang="en-US" sz="1400" dirty="0"/>
          </a:p>
        </p:txBody>
      </p:sp>
      <p:sp>
        <p:nvSpPr>
          <p:cNvPr id="12" name="b4-t-499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Delay grows with the square of the wire length, which is why long on-chip wires are broken up by repeaters.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1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00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Circuits: coupled LC resonators, wireless power</a:t>
            </a:r>
            <a:endParaRPr lang="en-US" sz="2800" dirty="0"/>
          </a:p>
        </p:txBody>
      </p:sp>
      <p:sp>
        <p:nvSpPr>
          <p:cNvPr id="3" name="t-501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502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35</a:t>
            </a:r>
            <a:endParaRPr lang="en-US" sz="1000" dirty="0"/>
          </a:p>
        </p:txBody>
      </p:sp>
      <p:pic>
        <p:nvPicPr>
          <p:cNvPr id="5" name="img-503" descr="Two LC tanks coupled by mutual inductance 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34440"/>
            <a:ext cx="4023360" cy="1737360"/>
          </a:xfrm>
          <a:prstGeom prst="rect">
            <a:avLst/>
          </a:prstGeom>
        </p:spPr>
      </p:pic>
      <p:pic>
        <p:nvPicPr>
          <p:cNvPr id="6" name="eq-504" descr="\begin{bmatrix}L&amp;M\\M&amp;L\end{bmatrix}\ddot{ q}+\frac{1}{C} q=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2105406" cy="585216"/>
          </a:xfrm>
          <a:prstGeom prst="rect">
            <a:avLst/>
          </a:prstGeom>
        </p:spPr>
      </p:pic>
      <p:sp>
        <p:nvSpPr>
          <p:cNvPr id="7" name="t-505"/>
          <p:cNvSpPr txBox="1"/>
          <p:nvPr/>
        </p:nvSpPr>
        <p:spPr>
          <a:xfrm>
            <a:off x="493776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inductance matrix, symmetric (M₁₂ = M₂₁); q = charges on the capacitors</a:t>
            </a:r>
            <a:endParaRPr lang="en-US" sz="1300" dirty="0"/>
          </a:p>
        </p:txBody>
      </p:sp>
      <p:pic>
        <p:nvPicPr>
          <p:cNvPr id="8" name="b1-eq-506" descr="{modes }\begin{bmatrix}1\\1\end{bmatrix},\begin{bmatrix}1\\-1\end{bmatrix}: \omega_\pm^2=\frac{1}{C (L\pm M)}, f_\pm=\frac{f_0}{\sqrt{1\pm\kappa}},\ \ \kappa=\frac{M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154680"/>
            <a:ext cx="6128766" cy="555498"/>
          </a:xfrm>
          <a:prstGeom prst="rect">
            <a:avLst/>
          </a:prstGeom>
        </p:spPr>
      </p:pic>
      <p:graphicFrame>
        <p:nvGraphicFramePr>
          <p:cNvPr id="9" name="b2-chart-507"/>
          <p:cNvGraphicFramePr/>
          <p:nvPr/>
        </p:nvGraphicFramePr>
        <p:xfrm>
          <a:off x="8092440" y="1188720"/>
          <a:ext cx="3493008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" name="b2-eq-508" descr="f_0=10\ {MHz},\ \kappa=0.05: f_+=9.759,\ f_-=10.260\ {MHz},\ \ {energy crosses over in }\frac{1}{2\Delta f}=1.0\ \mu {s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069080"/>
            <a:ext cx="9176004" cy="461772"/>
          </a:xfrm>
          <a:prstGeom prst="rect">
            <a:avLst/>
          </a:prstGeom>
        </p:spPr>
      </p:pic>
      <p:sp>
        <p:nvSpPr>
          <p:cNvPr id="11" name="b3-t-509"/>
          <p:cNvSpPr txBox="1"/>
          <p:nvPr/>
        </p:nvSpPr>
        <p:spPr>
          <a:xfrm>
            <a:off x="612648" y="4754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MIT, 2007 (Kurs et al., Science): two self-resonant coils at about 10 MHz lit a 60 W bulb more than 2 m away, with about 40% efficiency. The two modes are resolved once the coupling beats the loss (κQ &gt; 1).</a:t>
            </a:r>
            <a:endParaRPr lang="en-US" sz="1400" dirty="0"/>
          </a:p>
        </p:txBody>
      </p:sp>
      <p:sp>
        <p:nvSpPr>
          <p:cNvPr id="12" name="b3-t-510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same [a b; b a] as the pendula and ammonia: modes (1, ±1), and energy that sloshes at the beat frequency.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11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waves: seiches are eigenvectors of AᵀCA</a:t>
            </a:r>
            <a:endParaRPr lang="en-US" sz="2800" dirty="0"/>
          </a:p>
        </p:txBody>
      </p:sp>
      <p:sp>
        <p:nvSpPr>
          <p:cNvPr id="3" name="t-512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513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36</a:t>
            </a:r>
            <a:endParaRPr lang="en-US" sz="1000" dirty="0"/>
          </a:p>
        </p:txBody>
      </p:sp>
      <p:pic>
        <p:nvPicPr>
          <p:cNvPr id="5" name="eq-514" descr="\frac{\partial^2\eta}{\partial t^2}=g \frac{\partial}{\partial x}\Bigl(h(x) \frac{\partial\eta}{\partial x}\Bigr), {no flow through the ends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80160"/>
            <a:ext cx="5358384" cy="525780"/>
          </a:xfrm>
          <a:prstGeom prst="rect">
            <a:avLst/>
          </a:prstGeom>
        </p:spPr>
      </p:pic>
      <p:sp>
        <p:nvSpPr>
          <p:cNvPr id="6" name="t-515"/>
          <p:cNvSpPr txBox="1"/>
          <p:nvPr/>
        </p:nvSpPr>
        <p:spPr>
          <a:xfrm>
            <a:off x="6309360" y="1371600"/>
            <a:ext cx="5276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linear shallow-water waves in a long lake of depth h(x)</a:t>
            </a:r>
            <a:endParaRPr lang="en-US" sz="1400" dirty="0"/>
          </a:p>
        </p:txBody>
      </p:sp>
      <p:pic>
        <p:nvPicPr>
          <p:cNvPr id="7" name="b1-eq-516" descr="\frac{d^2 η}{dt^2}=-\frac{g}{\Delta x^2} A^T C A η, A= {differences (free–free)},\ \ C= {diag}\bigl(h_{j+1/2}\bigr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965960"/>
            <a:ext cx="6935724" cy="498348"/>
          </a:xfrm>
          <a:prstGeom prst="rect">
            <a:avLst/>
          </a:prstGeom>
        </p:spPr>
      </p:pic>
      <p:sp>
        <p:nvSpPr>
          <p:cNvPr id="8" name="b1-t-517"/>
          <p:cNvSpPr txBox="1"/>
          <p:nvPr/>
        </p:nvSpPr>
        <p:spPr>
          <a:xfrm>
            <a:off x="612648" y="2514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course's AᵀCA: depth plays the role of the spring constants</a:t>
            </a:r>
            <a:endParaRPr lang="en-US" sz="1400" dirty="0"/>
          </a:p>
        </p:txBody>
      </p:sp>
      <p:pic>
        <p:nvPicPr>
          <p:cNvPr id="9" name="b2-eq-518" descr="{flat bottom: } A^T A= B\ \Rightarrow\ T_n=\frac{2L}{n\sqrt{gh}}\ \ {(Merian)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017520"/>
            <a:ext cx="4684014" cy="555498"/>
          </a:xfrm>
          <a:prstGeom prst="rect">
            <a:avLst/>
          </a:prstGeom>
        </p:spPr>
      </p:pic>
      <p:pic>
        <p:nvPicPr>
          <p:cNvPr id="10" name="b2-eq-519" descr="{parabolic bottom: }\eta_n=P_n\Bigl(\frac{2x}{L}\Bigr),\ \ \omega_n^2=\frac{4gh_0 n(n+1)}{L^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657600"/>
            <a:ext cx="5218938" cy="470916"/>
          </a:xfrm>
          <a:prstGeom prst="rect">
            <a:avLst/>
          </a:prstGeom>
        </p:spPr>
      </p:pic>
      <p:graphicFrame>
        <p:nvGraphicFramePr>
          <p:cNvPr id="11" name="b3-chart-520"/>
          <p:cNvGraphicFramePr/>
          <p:nvPr/>
        </p:nvGraphicFramePr>
        <p:xfrm>
          <a:off x="6400800" y="2606040"/>
          <a:ext cx="5184648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2" name="b3-t-521"/>
          <p:cNvSpPr txBox="1"/>
          <p:nvPr/>
        </p:nvSpPr>
        <p:spPr>
          <a:xfrm>
            <a:off x="612648" y="43434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Lake Erie: 388 km long, mean depth 19 m. Flat bottom: T₁ = 15.8 h. Parabolic bottom with the same mean depth: 14.3 h. Observed: 14.2 h, then 9.2, 6.0 and 4.1 h.</a:t>
            </a:r>
            <a:endParaRPr lang="en-US" sz="1400" dirty="0"/>
          </a:p>
        </p:txBody>
      </p:sp>
      <p:sp>
        <p:nvSpPr>
          <p:cNvPr id="13" name="b4-t-522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At constant width, a real depth profile only changes C: the matrix stays symmetric, the method the same.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Graphic spid="11" grpId="0">
        <p:bldAsOne/>
      </p:bldGraphic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23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waves: the inverted oscillator</a:t>
            </a:r>
            <a:endParaRPr lang="en-US" sz="2800" dirty="0"/>
          </a:p>
        </p:txBody>
      </p:sp>
      <p:sp>
        <p:nvSpPr>
          <p:cNvPr id="3" name="t-524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525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37</a:t>
            </a:r>
            <a:endParaRPr lang="en-US" sz="1000" dirty="0"/>
          </a:p>
        </p:txBody>
      </p:sp>
      <p:pic>
        <p:nvPicPr>
          <p:cNvPr id="5" name="eq-526" descr="H=\tfrac12p^2+\tfrac12x^2: \frac{d}{dt}\begin{bmatrix}x\\p\end{bmatrix}=\begin{bmatrix}0&amp;1\\-1&amp;0\end{bmatrix}\begin{bmatrix}x\\p\end{bmatrix} {rotation, }\lambda=\pm 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80160"/>
            <a:ext cx="5534406" cy="525780"/>
          </a:xfrm>
          <a:prstGeom prst="rect">
            <a:avLst/>
          </a:prstGeom>
        </p:spPr>
      </p:pic>
      <p:pic>
        <p:nvPicPr>
          <p:cNvPr id="6" name="b1-eq-527" descr="H=\tfrac12p^2-\tfrac12x^2: \frac{d}{dt}\begin{bmatrix}x\\p\end{bmatrix}=\begin{bmatrix}0&amp;1\\1&amp;0\end{bmatrix}\begin{bmatrix}x\\p\end{bmatrix} {symmetric, }\lambda=\pm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965960"/>
            <a:ext cx="5733288" cy="525780"/>
          </a:xfrm>
          <a:prstGeom prst="rect">
            <a:avLst/>
          </a:prstGeom>
        </p:spPr>
      </p:pic>
      <p:pic>
        <p:nvPicPr>
          <p:cNvPr id="7" name="b2-eq-528" descr="e^{ At}= V\begin{bmatrix}e^{t}&amp;0\\0&amp;e^{-t}\end{bmatrix} V^T=\begin{bmatrix}\cosh t&amp;\sinh t\\\sinh t&amp;\cosh t\end{bmatrix}, V=\tfrac{1}{\sqrt2}\begin{bmatrix}1&amp;1\\1&amp;-1\end{bmatrix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697480"/>
            <a:ext cx="5431536" cy="525780"/>
          </a:xfrm>
          <a:prstGeom prst="rect">
            <a:avLst/>
          </a:prstGeom>
        </p:spPr>
      </p:pic>
      <p:pic>
        <p:nvPicPr>
          <p:cNvPr id="8" name="b2-img-529" descr="Phase-space circle stretched along x = p and squeezed along x = -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188720"/>
            <a:ext cx="3749040" cy="3931920"/>
          </a:xfrm>
          <a:prstGeom prst="rect">
            <a:avLst/>
          </a:prstGeom>
        </p:spPr>
      </p:pic>
      <p:sp>
        <p:nvSpPr>
          <p:cNvPr id="9" name="b3-t-530"/>
          <p:cNvSpPr txBox="1"/>
          <p:nvPr/>
        </p:nvSpPr>
        <p:spPr>
          <a:xfrm>
            <a:off x="612648" y="34290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Stretch by eᵗ along x = p, squeeze by e⁻ᵗ along x = −p. det = 1, so phase-space area is kept. The eigenvectors are today's (1, ±1)/√2 once more.</a:t>
            </a:r>
            <a:endParaRPr lang="en-US" sz="1500" dirty="0"/>
          </a:p>
        </p:txBody>
      </p:sp>
      <p:sp>
        <p:nvSpPr>
          <p:cNvPr id="10" name="b4-t-531"/>
          <p:cNvSpPr txBox="1"/>
          <p:nvPr/>
        </p:nvSpPr>
        <p:spPr>
          <a:xfrm>
            <a:off x="612648" y="4572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Observed with surface gravity water waves: Rozenman, Efremov, Schleich, Shemer and Arie, “Observation of phase space dynamics of inverted harmonic oscillator”, arXiv:2607.18297.</a:t>
            </a:r>
            <a:endParaRPr lang="en-US" sz="1400" dirty="0"/>
          </a:p>
        </p:txBody>
      </p:sp>
      <p:sp>
        <p:nvSpPr>
          <p:cNvPr id="11" name="b3-t-532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ordinary oscillator rotates phase space (λ = ±i); the inverted one stretches and squeezes it (λ = ±1).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33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Nonlinear optics: one matrix, gain or oscillation</a:t>
            </a:r>
            <a:endParaRPr lang="en-US" sz="2800" dirty="0"/>
          </a:p>
        </p:txBody>
      </p:sp>
      <p:sp>
        <p:nvSpPr>
          <p:cNvPr id="3" name="t-534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535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t-536"/>
          <p:cNvSpPr txBox="1"/>
          <p:nvPr/>
        </p:nvSpPr>
        <p:spPr>
          <a:xfrm>
            <a:off x="612648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Parametric amplification</a:t>
            </a: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idler empty at z = 0</a:t>
            </a:r>
            <a:endParaRPr lang="en-US" sz="1500" dirty="0"/>
          </a:p>
        </p:txBody>
      </p:sp>
      <p:pic>
        <p:nvPicPr>
          <p:cNvPr id="6" name="eq-537" descr="\frac{d}{dz}\begin{bmatrix}A_s\\A_i^*\end{bmatrix}=\kappa\begin{bmatrix}0&amp;1\\1&amp;0\end{bmatrix}\begin{bmatrix}A_s\\A_i^*\end{bmatrix}\ \Rightarrow\ |A_s|^2=\cosh^2(\kappa z) |A_s(0)|^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91640"/>
            <a:ext cx="5095494" cy="525780"/>
          </a:xfrm>
          <a:prstGeom prst="rect">
            <a:avLst/>
          </a:prstGeom>
        </p:spPr>
      </p:pic>
      <p:graphicFrame>
        <p:nvGraphicFramePr>
          <p:cNvPr id="7" name="b1-chart-538"/>
          <p:cNvGraphicFramePr/>
          <p:nvPr/>
        </p:nvGraphicFramePr>
        <p:xfrm>
          <a:off x="612648" y="2377440"/>
          <a:ext cx="5303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b2-t-539"/>
          <p:cNvSpPr txBox="1"/>
          <p:nvPr/>
        </p:nvSpPr>
        <p:spPr>
          <a:xfrm>
            <a:off x="6281928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Frequency conversion</a:t>
            </a:r>
            <a:r>
              <a:rPr lang="en-US" sz="15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A₂ = 0 at z = 0</a:t>
            </a:r>
            <a:endParaRPr lang="en-US" sz="1500" dirty="0"/>
          </a:p>
        </p:txBody>
      </p:sp>
      <p:pic>
        <p:nvPicPr>
          <p:cNvPr id="9" name="b2-eq-540" descr="\frac{d}{dz}\begin{bmatrix}A_1\\A_2\end{bmatrix}=i\kappa\begin{bmatrix}0&amp;1\\1&amp;0\end{bmatrix}\begin{bmatrix}A_1\\A_2\end{bmatrix}\ \Rightarrow\ |A_2|^2=\sin^2(\kappa z) |A_1(0)|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691640"/>
            <a:ext cx="5036058" cy="525780"/>
          </a:xfrm>
          <a:prstGeom prst="rect">
            <a:avLst/>
          </a:prstGeom>
        </p:spPr>
      </p:pic>
      <p:graphicFrame>
        <p:nvGraphicFramePr>
          <p:cNvPr id="10" name="b2-chart-541"/>
          <p:cNvGraphicFramePr/>
          <p:nvPr/>
        </p:nvGraphicFramePr>
        <p:xfrm>
          <a:off x="6281928" y="2377440"/>
          <a:ext cx="5303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b3-t-542"/>
          <p:cNvSpPr txBox="1"/>
          <p:nvPr/>
        </p:nvSpPr>
        <p:spPr>
          <a:xfrm>
            <a:off x="612648" y="48463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Undepleted pump, phase matched, amplitudes in photon-flux units. Photons are made in pairs: cosh² − sinh² = 1. κz = 1: gain 2.4 (3.8 dB), and 8.7 dB of quadrature squeezing in the degenerate case. Record: 15 dB (Vahlbruch et al., PRL 2016). Advanced LIGO has used squeezed light since 2019 (up to 3 dB above 50 Hz in O3).</a:t>
            </a:r>
            <a:endParaRPr lang="en-US" sz="1300" dirty="0"/>
          </a:p>
        </p:txBody>
      </p:sp>
      <p:sp>
        <p:nvSpPr>
          <p:cNvPr id="12" name="b4-t-543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Same σₓ: κ gives eigenvalues ±κ (gain and squeezing); iκ gives ±iκ (conversion and back, as in ammonia).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8" grpId="0" animBg="1"/>
      <p:bldGraphic spid="10" grpId="0">
        <p:bldAsOne/>
      </p:bldGraphic>
      <p:bldP spid="11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44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More examples at a glance</a:t>
            </a:r>
            <a:endParaRPr lang="en-US" sz="2800" dirty="0"/>
          </a:p>
        </p:txBody>
      </p:sp>
      <p:sp>
        <p:nvSpPr>
          <p:cNvPr id="3" name="t-545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More examples</a:t>
            </a:r>
            <a:endParaRPr lang="en-US" sz="1000" dirty="0"/>
          </a:p>
        </p:txBody>
      </p:sp>
      <p:sp>
        <p:nvSpPr>
          <p:cNvPr id="4" name="t-546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40" name="table-5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280160"/>
          <a:ext cx="10972800" cy="412089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System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Matrix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Eigenvalues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Eigenvectors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Result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Lens waveguide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ABCD, det 1 (not symmetric)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e^(±iθ)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—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bounded iff |A + D| &lt; 2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GRIN medium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K/(2kh²) + diag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g(m + ½)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Hermite–Gauss modes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self-imaging every 2π/g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Metal waveguide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 or B, in 2D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k_c²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TE and TM modes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one-mode band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Ring antenna array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circulant Z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mode impedances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phase (OAM) modes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beams with e^(imφ)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RC line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 / RC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1/τ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quarter-sine modes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delay ∝ length²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Coupled LC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[L M; M L]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 ± M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in and out of phase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splitting ≈ κf₀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Lake seiche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 AᵀCA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ω²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seiche modes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periods of hours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Inverted oscillator, OPA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σₓ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±1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(1, ±1)/√2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stretch and squeeze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Frequency conversion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iσₓ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±i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(1, ±1)/√2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2D42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conversion and back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-548"/>
          <p:cNvSpPr txBox="1"/>
          <p:nvPr/>
        </p:nvSpPr>
        <p:spPr>
          <a:xfrm>
            <a:off x="612648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Into the eigenbasis, act on each eigenvalue separately, back out.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49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Questions for the room</a:t>
            </a:r>
            <a:endParaRPr lang="en-US" sz="2800" dirty="0"/>
          </a:p>
        </p:txBody>
      </p:sp>
      <p:sp>
        <p:nvSpPr>
          <p:cNvPr id="3" name="t-550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Questions</a:t>
            </a:r>
            <a:endParaRPr lang="en-US" sz="1000" dirty="0"/>
          </a:p>
        </p:txBody>
      </p:sp>
      <p:sp>
        <p:nvSpPr>
          <p:cNvPr id="4" name="t-551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num-552"/>
          <p:cNvSpPr/>
          <p:nvPr/>
        </p:nvSpPr>
        <p:spPr>
          <a:xfrm>
            <a:off x="612648" y="1371600"/>
            <a:ext cx="457200" cy="4572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-553"/>
          <p:cNvSpPr txBox="1"/>
          <p:nvPr/>
        </p:nvSpPr>
        <p:spPr>
          <a:xfrm>
            <a:off x="61264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-554"/>
          <p:cNvSpPr txBox="1"/>
          <p:nvPr/>
        </p:nvSpPr>
        <p:spPr>
          <a:xfrm>
            <a:off x="1252728" y="135331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has eigenvalues 1 and ½ with independent eigenvectors. What does Aᵏ approach as k → ∞?</a:t>
            </a:r>
            <a:endParaRPr lang="en-US" sz="1600" dirty="0"/>
          </a:p>
        </p:txBody>
      </p:sp>
      <p:sp>
        <p:nvSpPr>
          <p:cNvPr id="8" name="num-555"/>
          <p:cNvSpPr/>
          <p:nvPr/>
        </p:nvSpPr>
        <p:spPr>
          <a:xfrm>
            <a:off x="612648" y="2834640"/>
            <a:ext cx="457200" cy="4572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-556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-557"/>
          <p:cNvSpPr txBox="1"/>
          <p:nvPr/>
        </p:nvSpPr>
        <p:spPr>
          <a:xfrm>
            <a:off x="1252728" y="281635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 a real symmetric matrix have the eigenvalue 2 + i?</a:t>
            </a:r>
            <a:endParaRPr lang="en-US" sz="1600" dirty="0"/>
          </a:p>
        </p:txBody>
      </p:sp>
      <p:sp>
        <p:nvSpPr>
          <p:cNvPr id="11" name="num-558"/>
          <p:cNvSpPr/>
          <p:nvPr/>
        </p:nvSpPr>
        <p:spPr>
          <a:xfrm>
            <a:off x="612648" y="4297680"/>
            <a:ext cx="457200" cy="457200"/>
          </a:xfrm>
          <a:prstGeom prst="ellipse">
            <a:avLst/>
          </a:prstGeom>
          <a:solidFill>
            <a:srgbClr val="152D42"/>
          </a:solidFill>
          <a:ln w="6350">
            <a:solidFill>
              <a:srgbClr val="15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-559"/>
          <p:cNvSpPr txBox="1"/>
          <p:nvPr/>
        </p:nvSpPr>
        <p:spPr>
          <a:xfrm>
            <a:off x="61264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-560"/>
          <p:cNvSpPr txBox="1"/>
          <p:nvPr/>
        </p:nvSpPr>
        <p:spPr>
          <a:xfrm>
            <a:off x="1252728" y="427939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 = (1, 2) is an eigenvector of a symmetric 2 × 2 matrix. Name a second eigenvector without computing anything.</a:t>
            </a:r>
            <a:endParaRPr lang="en-US" sz="1600" dirty="0"/>
          </a:p>
        </p:txBody>
      </p:sp>
      <p:sp>
        <p:nvSpPr>
          <p:cNvPr id="14" name="num-561"/>
          <p:cNvSpPr/>
          <p:nvPr/>
        </p:nvSpPr>
        <p:spPr>
          <a:xfrm>
            <a:off x="6281928" y="1371600"/>
            <a:ext cx="457200" cy="457200"/>
          </a:xfrm>
          <a:prstGeom prst="ellipse">
            <a:avLst/>
          </a:prstGeom>
          <a:solidFill>
            <a:srgbClr val="A31F34"/>
          </a:solidFill>
          <a:ln w="635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-562"/>
          <p:cNvSpPr txBox="1"/>
          <p:nvPr/>
        </p:nvSpPr>
        <p:spPr>
          <a:xfrm>
            <a:off x="628192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-563"/>
          <p:cNvSpPr txBox="1"/>
          <p:nvPr/>
        </p:nvSpPr>
        <p:spPr>
          <a:xfrm>
            <a:off x="6922008" y="135331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If A = VΛVᵀ, what is A⁻¹, and when does it exist?</a:t>
            </a:r>
            <a:endParaRPr lang="en-US" sz="1600" dirty="0"/>
          </a:p>
        </p:txBody>
      </p:sp>
      <p:sp>
        <p:nvSpPr>
          <p:cNvPr id="17" name="num-564"/>
          <p:cNvSpPr/>
          <p:nvPr/>
        </p:nvSpPr>
        <p:spPr>
          <a:xfrm>
            <a:off x="6281928" y="2834640"/>
            <a:ext cx="457200" cy="457200"/>
          </a:xfrm>
          <a:prstGeom prst="ellipse">
            <a:avLst/>
          </a:prstGeom>
          <a:solidFill>
            <a:srgbClr val="A31F34"/>
          </a:solidFill>
          <a:ln w="635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-565"/>
          <p:cNvSpPr txBox="1"/>
          <p:nvPr/>
        </p:nvSpPr>
        <p:spPr>
          <a:xfrm>
            <a:off x="628192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-566"/>
          <p:cNvSpPr txBox="1"/>
          <p:nvPr/>
        </p:nvSpPr>
        <p:spPr>
          <a:xfrm>
            <a:off x="6922008" y="281635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the two-block example, which mode is left after a long time?</a:t>
            </a:r>
            <a:endParaRPr lang="en-US" sz="1600" dirty="0"/>
          </a:p>
        </p:txBody>
      </p:sp>
      <p:sp>
        <p:nvSpPr>
          <p:cNvPr id="20" name="num-567"/>
          <p:cNvSpPr/>
          <p:nvPr/>
        </p:nvSpPr>
        <p:spPr>
          <a:xfrm>
            <a:off x="6281928" y="4297680"/>
            <a:ext cx="457200" cy="457200"/>
          </a:xfrm>
          <a:prstGeom prst="ellipse">
            <a:avLst/>
          </a:prstGeom>
          <a:solidFill>
            <a:srgbClr val="A31F34"/>
          </a:solidFill>
          <a:ln w="635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-568"/>
          <p:cNvSpPr txBox="1"/>
          <p:nvPr/>
        </p:nvSpPr>
        <p:spPr>
          <a:xfrm>
            <a:off x="628192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-569"/>
          <p:cNvSpPr txBox="1"/>
          <p:nvPr/>
        </p:nvSpPr>
        <p:spPr>
          <a:xfrm>
            <a:off x="6922008" y="427939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Make the pendulum spring ten times weaker (κ = 0.01). Does the energy transfer take longer or shorter?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70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Appendix A · A = VΛVᵀ, powers and the exponential</a:t>
            </a:r>
            <a:endParaRPr lang="en-US" sz="2800" dirty="0"/>
          </a:p>
        </p:txBody>
      </p:sp>
      <p:sp>
        <p:nvSpPr>
          <p:cNvPr id="3" name="t-571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Python appendix</a:t>
            </a:r>
            <a:endParaRPr lang="en-US" sz="1000" dirty="0"/>
          </a:p>
        </p:txBody>
      </p:sp>
      <p:sp>
        <p:nvSpPr>
          <p:cNvPr id="4" name="t-572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codebg-573"/>
          <p:cNvSpPr/>
          <p:nvPr/>
        </p:nvSpPr>
        <p:spPr>
          <a:xfrm>
            <a:off x="612648" y="1234440"/>
            <a:ext cx="10972800" cy="3429000"/>
          </a:xfrm>
          <a:prstGeom prst="roundRect">
            <a:avLst>
              <a:gd name="adj" fmla="val 16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-574"/>
          <p:cNvSpPr txBox="1"/>
          <p:nvPr/>
        </p:nvSpPr>
        <p:spPr>
          <a:xfrm>
            <a:off x="795528" y="1344168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numpy as np                                  # arrays and linear algebra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from scipy.linalg import expm                       # reference matrix exponential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 = np.array([[3.0, 1.0], [1.0, 3.0]])              # Lecture 6's symmetric matrix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lam, V = np.linalg.eigh(A)                          # symmetric solver: real lam, orthonormal V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print("eigenvalues:", lam)                          # ascending order: [2. 4.]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print("V^T V = I:", np.allclose(V.T @ V, np.eye(2)))            # orthonormal columns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print("A = V L V^T:", np.allclose(V @ np.diag(lam) @ V.T, A))   # spectral theorem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A10 = V @ np.diag(lam**10) @ V.T                    # a power: raise only the eigenvalues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print("A^10 =", np.round(A10).astype(int).tolist()) # [[524800, 523776], [523776, 524800]]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 = 0.3                                             # any time will do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 = V @ np.diag(np.exp(lam * t)) @ V.T              # e^{At} = V e^{Lambda t} V^T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print("e^{At} matches expm:", np.allclose(E, expm(A * t)))      # agrees with SciPy</a:t>
            </a:r>
            <a:endParaRPr lang="en-US" sz="1200" dirty="0"/>
          </a:p>
        </p:txBody>
      </p:sp>
      <p:sp>
        <p:nvSpPr>
          <p:cNvPr id="7" name="t-575"/>
          <p:cNvSpPr txBox="1"/>
          <p:nvPr/>
        </p:nvSpPr>
        <p:spPr>
          <a:xfrm>
            <a:off x="612648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t-576"/>
          <p:cNvSpPr txBox="1"/>
          <p:nvPr/>
        </p:nvSpPr>
        <p:spPr>
          <a:xfrm>
            <a:off x="612648" y="5074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eigenvalues: [2. 4.]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V^T V = I: True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 = V L V^T: True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A^10 = [[524800, 523776], [523776, 524800]]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e^{At} matches expm: True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77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Appendix B · two blocks cooling and coupled pendula</a:t>
            </a:r>
            <a:endParaRPr lang="en-US" sz="2800" dirty="0"/>
          </a:p>
        </p:txBody>
      </p:sp>
      <p:sp>
        <p:nvSpPr>
          <p:cNvPr id="3" name="t-578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Python appendix</a:t>
            </a:r>
            <a:endParaRPr lang="en-US" sz="1000" dirty="0"/>
          </a:p>
        </p:txBody>
      </p:sp>
      <p:sp>
        <p:nvSpPr>
          <p:cNvPr id="4" name="t-579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codebg-580"/>
          <p:cNvSpPr/>
          <p:nvPr/>
        </p:nvSpPr>
        <p:spPr>
          <a:xfrm>
            <a:off x="612648" y="1234440"/>
            <a:ext cx="10972800" cy="3429000"/>
          </a:xfrm>
          <a:prstGeom prst="roundRect">
            <a:avLst>
              <a:gd name="adj" fmla="val 16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-581"/>
          <p:cNvSpPr txBox="1"/>
          <p:nvPr/>
        </p:nvSpPr>
        <p:spPr>
          <a:xfrm>
            <a:off x="795528" y="1344168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numpy as np                                  # arrays and linear algebra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 = np.array([[2.0, -1.0], [-1.0, 2.0]])            # fixed-fixed K2 from Lecture 2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lam, V = np.linalg.eigh(-K)                         # eigenpairs of dT/dt = -K 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print("eigenvalues:", lam)                          # [-3. -1.] = minus the decay rates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T0 = np.array([1.0, 0.0])                           # block 1 hot, block 2 cold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 = V.T @ T0                                        # modal amplitudes c = V^T T(0)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t in [0.5, 1.0, 2.0]:                           # a few sample times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 = V @ (c * np.exp(lam * t))                   # each mode decays on its own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print(f"T({t}) =", np.round(T, 4))              # recombine the modes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k, kap = 1.0, 0.1                                   # pendulum and spring stiffness (m = 1)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Kp = np.array([[k + kap, -kap], [-kap, k + kap]])   # coupled-pendula stiffness matrix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lam, V = np.linalg.eigh(Kp)                         # eigenvalues are omega^2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 = np.sqrt(lam)                                    # normal-mode frequencies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print("omega:", np.round(w, 4))                     # [1. 1.0954]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print("transfer time:", round(np.pi / (w[1] - w[0]), 1))   # almost all energy in pendulum 2</a:t>
            </a:r>
            <a:endParaRPr lang="en-US" sz="1200" dirty="0"/>
          </a:p>
        </p:txBody>
      </p:sp>
      <p:sp>
        <p:nvSpPr>
          <p:cNvPr id="7" name="t-582"/>
          <p:cNvSpPr txBox="1"/>
          <p:nvPr/>
        </p:nvSpPr>
        <p:spPr>
          <a:xfrm>
            <a:off x="612648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t-583"/>
          <p:cNvSpPr txBox="1"/>
          <p:nvPr/>
        </p:nvSpPr>
        <p:spPr>
          <a:xfrm>
            <a:off x="612648" y="5074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eigenvalues: [-3. -1.]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T(0.5) = [0.4148 0.1917]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T(1.0) = [0.2088 0.159 ]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T(2.0) = [0.0689 0.0664]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omega: [1.     1.0954]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transfer time: 32.9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84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Appendix C · ammonia and Hückel</a:t>
            </a:r>
            <a:endParaRPr lang="en-US" sz="2800" dirty="0"/>
          </a:p>
        </p:txBody>
      </p:sp>
      <p:sp>
        <p:nvSpPr>
          <p:cNvPr id="3" name="t-585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Python appendix</a:t>
            </a:r>
            <a:endParaRPr lang="en-US" sz="1000" dirty="0"/>
          </a:p>
        </p:txBody>
      </p:sp>
      <p:sp>
        <p:nvSpPr>
          <p:cNvPr id="4" name="t-586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codebg-587"/>
          <p:cNvSpPr/>
          <p:nvPr/>
        </p:nvSpPr>
        <p:spPr>
          <a:xfrm>
            <a:off x="612648" y="1234440"/>
            <a:ext cx="10972800" cy="3429000"/>
          </a:xfrm>
          <a:prstGeom prst="roundRect">
            <a:avLst>
              <a:gd name="adj" fmla="val 16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-588"/>
          <p:cNvSpPr txBox="1"/>
          <p:nvPr/>
        </p:nvSpPr>
        <p:spPr>
          <a:xfrm>
            <a:off x="795528" y="1344168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numpy as np                                  # arrays and linear algebra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 = np.array([[0.0, -1.0], [-1.0, 0.0]])            # ammonia, units E0 = 0, Delta = 1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E, V = np.linalg.eigh(H)                            # energies -1 and +1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psi0 = np.array([1.0, 0.0])                         # start with the N atom up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s in [0.0, np.pi / 4, np.pi / 2]:               # s = Delta t / hbar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psi = V @ (np.exp(-1j * E * s) * (V.T @ psi0))  # V e^{-i Lambda s} V^T psi0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print(f"s = {s:.3f}   P_down = {abs(psi[1])**2:.3f}")    # equals sin^2 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adj4 = np.diag(np.ones(3), 1) + np.diag(np.ones(3), -1) # butadiene bond matrix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print("butadiene x:", np.round(np.linalg.eigvalsh(adj4), 3))  # E = alpha + x beta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adj6 = np.roll(np.eye(6), 1, axis=1)                # one step round the ring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adj6 = adj6 + adj6.T                                # benzene bond matrix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print("benzene x:", np.round(np.linalg.eigvalsh(adj6), 3))    # note the repeated values</a:t>
            </a:r>
            <a:endParaRPr lang="en-US" sz="1200" dirty="0"/>
          </a:p>
        </p:txBody>
      </p:sp>
      <p:sp>
        <p:nvSpPr>
          <p:cNvPr id="7" name="t-589"/>
          <p:cNvSpPr txBox="1"/>
          <p:nvPr/>
        </p:nvSpPr>
        <p:spPr>
          <a:xfrm>
            <a:off x="612648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t-590"/>
          <p:cNvSpPr txBox="1"/>
          <p:nvPr/>
        </p:nvSpPr>
        <p:spPr>
          <a:xfrm>
            <a:off x="612648" y="5074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 = 0.000   P_down = 0.000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 = 0.785   P_down = 0.500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 = 1.571   P_down = 1.000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butadiene x: [-1.618 -0.618  0.618  1.618]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benzene x: [-2. -1. -1.  1.  1.  2.]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91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Appendix D · lenses, GRIN modes, waveguide cutoffs</a:t>
            </a:r>
            <a:endParaRPr lang="en-US" sz="2800" dirty="0"/>
          </a:p>
        </p:txBody>
      </p:sp>
      <p:sp>
        <p:nvSpPr>
          <p:cNvPr id="3" name="t-592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Python appendix</a:t>
            </a:r>
            <a:endParaRPr lang="en-US" sz="1000" dirty="0"/>
          </a:p>
        </p:txBody>
      </p:sp>
      <p:sp>
        <p:nvSpPr>
          <p:cNvPr id="4" name="t-593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codebg-594"/>
          <p:cNvSpPr/>
          <p:nvPr/>
        </p:nvSpPr>
        <p:spPr>
          <a:xfrm>
            <a:off x="612648" y="1234440"/>
            <a:ext cx="10972800" cy="3429000"/>
          </a:xfrm>
          <a:prstGeom prst="roundRect">
            <a:avLst>
              <a:gd name="adj" fmla="val 16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-595"/>
          <p:cNvSpPr txBox="1"/>
          <p:nvPr/>
        </p:nvSpPr>
        <p:spPr>
          <a:xfrm>
            <a:off x="795528" y="1344168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numpy as np                                     # arrays and linear algebra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f, d = 100.0, 100.0                                    # lens focal length and spacing (mm)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 = np.array([[1, d], [-1 / f, 1 - d / f]])            # one cell: gap d, then lens f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print("eigenvalues:", np.round(np.linalg.eigvals(M), 4))            # e^{+-i pi/3}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print("M^6 = I:", np.allclose(np.linalg.matrix_power(M, 6), np.eye(2)))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k, g = 2 * np.pi * 1.5 / 1.064e-6, 1 / 3e-3            # wavenumber in glass, GRIN constant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x = np.linspace(-200e-6, 200e-6, 800); h = x[1] - x[0]  # transverse grid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 = 2 * np.eye(800) - np.eye(800, k=1) - np.eye(800, k=-1)          # second differences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 = K / (2 * k * h**2) + np.diag(k * g**2 * x**2 / 2)  # paraxial Hamiltonian, symmetric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print("beta_m / g:", np.round(np.linalg.eigvalsh(H)[:4] / g, 3))    # m + 1/2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a, b, n1, n2 = 22.86e-3, 10.16e-3, 45, 20              # WR-90 cross-section and grid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 = lambda n: np.diag([1] + [2] * (n - 2) + [1]) - np.eye(n, k=1) - np.eye(n, k=-1)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 = np.kron(B(n1) / (a / n1)**2, np.eye(n2)) + np.kron(np.eye(n1), B(n2) / (b / n2)**2)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fc = 299792458.0 * np.sqrt(np.linalg.eigvalsh(L)[1:5]) / (2 * np.pi)   # skip the zero mode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print("TE cutoffs (GHz):", np.round(fc / 1e9, 3))       # TE10, TE20, TE01, TE11</a:t>
            </a:r>
            <a:endParaRPr lang="en-US" sz="1100" dirty="0"/>
          </a:p>
        </p:txBody>
      </p:sp>
      <p:sp>
        <p:nvSpPr>
          <p:cNvPr id="7" name="t-596"/>
          <p:cNvSpPr txBox="1"/>
          <p:nvPr/>
        </p:nvSpPr>
        <p:spPr>
          <a:xfrm>
            <a:off x="612648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t-597"/>
          <p:cNvSpPr txBox="1"/>
          <p:nvPr/>
        </p:nvSpPr>
        <p:spPr>
          <a:xfrm>
            <a:off x="612648" y="5074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eigenvalues: [0.5+0.866j 0.5-0.866j]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M^6 = I: True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beta_m / g: [0.5   1.5   2.5   3.499]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TE cutoffs (GHz): [ 6.556 13.104 14.738 16.131]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-598"/>
          <p:cNvSpPr txBox="1"/>
          <p:nvPr/>
        </p:nvSpPr>
        <p:spPr>
          <a:xfrm>
            <a:off x="612648" y="4023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D4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Appendix E · RC line, coupled LC, seiches, σₓ</a:t>
            </a:r>
            <a:endParaRPr lang="en-US" sz="2800" dirty="0"/>
          </a:p>
        </p:txBody>
      </p:sp>
      <p:sp>
        <p:nvSpPr>
          <p:cNvPr id="3" name="t-599"/>
          <p:cNvSpPr txBox="1"/>
          <p:nvPr/>
        </p:nvSpPr>
        <p:spPr>
          <a:xfrm>
            <a:off x="612648" y="6464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18.085  ·  Lecture 7  ·  Python appendix</a:t>
            </a:r>
            <a:endParaRPr lang="en-US" sz="1000" dirty="0"/>
          </a:p>
        </p:txBody>
      </p:sp>
      <p:sp>
        <p:nvSpPr>
          <p:cNvPr id="4" name="t-600"/>
          <p:cNvSpPr txBox="1"/>
          <p:nvPr/>
        </p:nvSpPr>
        <p:spPr>
          <a:xfrm>
            <a:off x="10853928" y="6464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</a:t>
            </a:r>
            <a:endParaRPr lang="en-US" sz="1000" dirty="0"/>
          </a:p>
        </p:txBody>
      </p:sp>
      <p:sp>
        <p:nvSpPr>
          <p:cNvPr id="5" name="codebg-601"/>
          <p:cNvSpPr/>
          <p:nvPr/>
        </p:nvSpPr>
        <p:spPr>
          <a:xfrm>
            <a:off x="612648" y="1234440"/>
            <a:ext cx="10972800" cy="3429000"/>
          </a:xfrm>
          <a:prstGeom prst="roundRect">
            <a:avLst>
              <a:gd name="adj" fmla="val 1600"/>
            </a:avLst>
          </a:prstGeom>
          <a:solidFill>
            <a:srgbClr val="F5F7F9"/>
          </a:solidFill>
          <a:ln w="6350">
            <a:solidFill>
              <a:srgbClr val="F5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-602"/>
          <p:cNvSpPr txBox="1"/>
          <p:nvPr/>
        </p:nvSpPr>
        <p:spPr>
          <a:xfrm>
            <a:off x="795528" y="1344168"/>
            <a:ext cx="10607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numpy as np                                     # arrays and linear algebra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 = 10                                                 # RC line: n sections, far end open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 = 2 * np.eye(n) - np.eye(n, k=1) - np.eye(n, k=-1); T[-1, -1] = 1   # T, free end last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print("tau_1, tau_2 (units RC):", np.round(1 / np.linalg.eigvalsh(T)[:2], 2))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Lm = np.array([[1.0, 0.05], [0.05, 1.0]])              # inductance matrix, kappa = M/L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w2 = np.linalg.eigvalsh(np.linalg.inv(Lm))             # omega^2 in units of 1/(LC)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print("f/f0:", np.round(np.sqrt(w2), 4))               # 0.9759 and 1.0260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g, L, h0, N = 9.81, 388e3, 28.5, 400                   # parabolic Lake Erie, mean depth 19 m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xe = np.linspace(-L / 2, L / 2, N + 1); dx = xe[1] - xe[0]           # cell edges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 = (np.eye(N - 1, N, k=1) - np.eye(N - 1, N)) / dx    # differences at interior faces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 = np.diag(h0 * (1 - (2 * xe[1:-1] / L)**2))          # depth at the faces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 = np.sqrt(np.linalg.eigvalsh(g * A.T @ C @ A)[1:5])  # skip the zero (mean level) mode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print("seiche periods (h):", np.round(2 * np.pi / w / 3600, 2))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sx = np.array([[0.0, 1.0], [1.0, 0.0]])                # inverted oscillator / parametric gain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lam, V = np.linalg.eigh(sx)                            # eigenvalues -1, +1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D4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print("e^{sx}:", np.round(V @ np.diag(np.exp(lam)) @ V.T, 4).tolist())   # cosh 1, sinh 1</a:t>
            </a:r>
            <a:endParaRPr lang="en-US" sz="1100" dirty="0"/>
          </a:p>
        </p:txBody>
      </p:sp>
      <p:sp>
        <p:nvSpPr>
          <p:cNvPr id="7" name="t-603"/>
          <p:cNvSpPr txBox="1"/>
          <p:nvPr/>
        </p:nvSpPr>
        <p:spPr>
          <a:xfrm>
            <a:off x="612648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0647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t-604"/>
          <p:cNvSpPr txBox="1"/>
          <p:nvPr/>
        </p:nvSpPr>
        <p:spPr>
          <a:xfrm>
            <a:off x="612648" y="50749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tau_1, tau_2 (units RC): [44.77  5.05]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f/f0: [0.9759 1.026 ]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seiche periods (h): [14.32  8.27  5.85  4.53]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1F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e^{sx}: [[1.5431, 1.1752], [1.1752, 1.5431]]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11705</Words>
  <Application>Microsoft Macintosh PowerPoint</Application>
  <PresentationFormat>Widescreen</PresentationFormat>
  <Paragraphs>668</Paragraphs>
  <Slides>45</Slides>
  <Notes>45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DejaVu Sans</vt:lpstr>
      <vt:lpstr>DejaVu Sans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MIT Mathematics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18.085 Lecture 7: Eigendecomposition and symmetric matrices (V2)</dc:title>
  <dc:subject>PptxGenJS Presentation</dc:subject>
  <dc:creator>Gary Rozenman</dc:creator>
  <cp:lastModifiedBy>Georgi Gary Rozenman</cp:lastModifiedBy>
  <cp:revision>3</cp:revision>
  <dcterms:created xsi:type="dcterms:W3CDTF">2026-09-30T03:34:30Z</dcterms:created>
  <dcterms:modified xsi:type="dcterms:W3CDTF">2026-09-30T13:18:11Z</dcterms:modified>
</cp:coreProperties>
</file>